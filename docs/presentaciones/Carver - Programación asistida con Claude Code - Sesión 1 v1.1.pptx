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1" r:id="rId1"/>
  </p:sldMasterIdLst>
  <p:notesMasterIdLst>
    <p:notesMasterId r:id="rId27"/>
  </p:notesMasterIdLst>
  <p:handoutMasterIdLst>
    <p:handoutMasterId r:id="rId28"/>
  </p:handoutMasterIdLst>
  <p:sldIdLst>
    <p:sldId id="1717" r:id="rId34"/>
    <p:sldId id="1718" r:id="rId35"/>
    <p:sldId id="1719" r:id="rId36"/>
    <p:sldId id="1720" r:id="rId37"/>
    <p:sldId id="1721" r:id="rId38"/>
    <p:sldId id="1722" r:id="rId39"/>
    <p:sldId id="1723" r:id="rId40"/>
    <p:sldId id="1724" r:id="rId41"/>
    <p:sldId id="1725" r:id="rId42"/>
    <p:sldId id="1726" r:id="rId43"/>
    <p:sldId id="1727" r:id="rId44"/>
    <p:sldId id="1728" r:id="rId45"/>
    <p:sldId id="1729" r:id="rId46"/>
    <p:sldId id="1730" r:id="rId47"/>
    <p:sldId id="1731" r:id="rId48"/>
    <p:sldId id="1732" r:id="rId49"/>
    <p:sldId id="1733" r:id="rId50"/>
    <p:sldId id="1734" r:id="rId51"/>
    <p:sldId id="1735" r:id="rId52"/>
    <p:sldId id="1736" r:id="rId53"/>
    <p:sldId id="1737" r:id="rId54"/>
    <p:sldId id="1738" r:id="rId55"/>
    <p:sldId id="1739" r:id="rId56"/>
    <p:sldId id="1740" r:id="rId57"/>
    <p:sldId id="1741" r:id="rId58"/>
    <p:sldId id="1742" r:id="rId59"/>
    <p:sldId id="1743" r:id="rId60"/>
    <p:sldId id="1744" r:id="rId61"/>
    <p:sldId id="1745" r:id="rId62"/>
    <p:sldId id="1746" r:id="rId63"/>
    <p:sldId id="1747" r:id="rId64"/>
    <p:sldId id="1748" r:id="rId65"/>
    <p:sldId id="1749" r:id="rId66"/>
    <p:sldId id="1750" r:id="rId67"/>
    <p:sldId id="1751" r:id="rId68"/>
    <p:sldId id="1752" r:id="rId69"/>
    <p:sldId id="1753" r:id="rId70"/>
    <p:sldId id="1754" r:id="rId71"/>
    <p:sldId id="1755" r:id="rId72"/>
    <p:sldId id="1756" r:id="rId73"/>
    <p:sldId id="1757" r:id="rId74"/>
  </p:sldIdLst>
  <p:sldSz cx="12192000" cy="6858000"/>
  <p:notesSz cx="7102475" cy="102346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D9D9D9"/>
    <a:srgbClr val="D64E52"/>
    <a:srgbClr val="F7F7F7"/>
    <a:srgbClr val="969696"/>
    <a:srgbClr val="FFAFAF"/>
    <a:srgbClr val="C00000"/>
    <a:srgbClr val="8E0000"/>
    <a:srgbClr val="40404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62F12B-64AD-403F-8D17-982DEA746C1E}" v="39" dt="2019-10-11T08:44:59.9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82" autoAdjust="0"/>
    <p:restoredTop sz="93135" autoAdjust="0"/>
  </p:normalViewPr>
  <p:slideViewPr>
    <p:cSldViewPr>
      <p:cViewPr varScale="1">
        <p:scale>
          <a:sx n="103" d="100"/>
          <a:sy n="103" d="100"/>
        </p:scale>
        <p:origin x="1134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4" d="100"/>
          <a:sy n="74" d="100"/>
        </p:scale>
        <p:origin x="-2430" y="-84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microsoft.com/office/2015/10/relationships/revisionInfo" Target="revisionInfo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2" y="3"/>
            <a:ext cx="3077739" cy="511730"/>
          </a:xfrm>
          <a:prstGeom prst="rect">
            <a:avLst/>
          </a:prstGeom>
        </p:spPr>
        <p:txBody>
          <a:bodyPr vert="horz" lIns="99035" tIns="49518" rIns="99035" bIns="49518" rtlCol="0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4023094" y="3"/>
            <a:ext cx="3077739" cy="511730"/>
          </a:xfrm>
          <a:prstGeom prst="rect">
            <a:avLst/>
          </a:prstGeom>
        </p:spPr>
        <p:txBody>
          <a:bodyPr vert="horz" lIns="99035" tIns="49518" rIns="99035" bIns="49518" rtlCol="0"/>
          <a:lstStyle>
            <a:lvl1pPr algn="r">
              <a:defRPr sz="1300"/>
            </a:lvl1pPr>
          </a:lstStyle>
          <a:p>
            <a:fld id="{3F07DA9F-CA76-49C9-B7C3-FA1BDF031AF4}" type="datetimeFigureOut">
              <a:rPr lang="es-ES" smtClean="0"/>
              <a:pPr/>
              <a:t>30/09/2026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2" y="9721108"/>
            <a:ext cx="3077739" cy="511730"/>
          </a:xfrm>
          <a:prstGeom prst="rect">
            <a:avLst/>
          </a:prstGeom>
        </p:spPr>
        <p:txBody>
          <a:bodyPr vert="horz" lIns="99035" tIns="49518" rIns="99035" bIns="49518" rtlCol="0" anchor="b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4023094" y="9721108"/>
            <a:ext cx="3077739" cy="511730"/>
          </a:xfrm>
          <a:prstGeom prst="rect">
            <a:avLst/>
          </a:prstGeom>
        </p:spPr>
        <p:txBody>
          <a:bodyPr vert="horz" lIns="99035" tIns="49518" rIns="99035" bIns="49518" rtlCol="0" anchor="b"/>
          <a:lstStyle>
            <a:lvl1pPr algn="r">
              <a:defRPr sz="1300"/>
            </a:lvl1pPr>
          </a:lstStyle>
          <a:p>
            <a:fld id="{EFD8BABF-2469-4859-AE72-650A49CDCA4D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44242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2" y="3"/>
            <a:ext cx="3077739" cy="511730"/>
          </a:xfrm>
          <a:prstGeom prst="rect">
            <a:avLst/>
          </a:prstGeom>
        </p:spPr>
        <p:txBody>
          <a:bodyPr vert="horz" lIns="99035" tIns="49518" rIns="99035" bIns="49518" rtlCol="0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4023094" y="3"/>
            <a:ext cx="3077739" cy="511730"/>
          </a:xfrm>
          <a:prstGeom prst="rect">
            <a:avLst/>
          </a:prstGeom>
        </p:spPr>
        <p:txBody>
          <a:bodyPr vert="horz" lIns="99035" tIns="49518" rIns="99035" bIns="49518" rtlCol="0"/>
          <a:lstStyle>
            <a:lvl1pPr algn="r">
              <a:defRPr sz="1300"/>
            </a:lvl1pPr>
          </a:lstStyle>
          <a:p>
            <a:fld id="{0E20E850-54E6-43BF-B49C-F7AD8E49FC59}" type="datetimeFigureOut">
              <a:rPr lang="es-ES" smtClean="0"/>
              <a:pPr/>
              <a:t>30/09/2026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23075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5" tIns="49518" rIns="99035" bIns="49518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10249" y="4861442"/>
            <a:ext cx="5681980" cy="4605576"/>
          </a:xfrm>
          <a:prstGeom prst="rect">
            <a:avLst/>
          </a:prstGeom>
        </p:spPr>
        <p:txBody>
          <a:bodyPr vert="horz" lIns="99035" tIns="49518" rIns="99035" bIns="49518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2" y="9721108"/>
            <a:ext cx="3077739" cy="511730"/>
          </a:xfrm>
          <a:prstGeom prst="rect">
            <a:avLst/>
          </a:prstGeom>
        </p:spPr>
        <p:txBody>
          <a:bodyPr vert="horz" lIns="99035" tIns="49518" rIns="99035" bIns="49518" rtlCol="0" anchor="b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4023094" y="9721108"/>
            <a:ext cx="3077739" cy="511730"/>
          </a:xfrm>
          <a:prstGeom prst="rect">
            <a:avLst/>
          </a:prstGeom>
        </p:spPr>
        <p:txBody>
          <a:bodyPr vert="horz" lIns="99035" tIns="49518" rIns="99035" bIns="49518" rtlCol="0" anchor="b"/>
          <a:lstStyle>
            <a:lvl1pPr algn="r">
              <a:defRPr sz="1300"/>
            </a:lvl1pPr>
          </a:lstStyle>
          <a:p>
            <a:fld id="{FB65C5E4-430F-43EB-9100-DC4EE34FC264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829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Bienvenida. Presentación del formador y del curso: 15 h en 5 sesiones de 3 h, todo sobre la misma aplicación .NET MVC (Ayudas).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Enseña el mapa completo. Hoy: bloque 01 entero y la primera parte del 02 (CLAUDE.md y memoria).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tiempos son orientativos. Las demos están marcadas: son el momento de mirar, no de teclear.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Comparte en el chat de Teams la URL del repositorio. Explica las ramas y el script de inicio de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quién usa ya Copilot u otro asistente. La diferencia clave: el agente ejecuta comandos y se comprueba a sí mismo.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mensaje más importante del día: no es determinista y no conoce lo que no está en su contexto. Por eso pediremos siempre fichero y línea.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habitual del DPD. Datos verificados: plan Team, sin entrenamiento con vuestro código y retención estándar de 30 días.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deck antiguo decía que premium daba más modelos: no es así. Ambos acceden a todos; cambia la capacidad. Comprobar con /status.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el aula la instalación ya la ha dejado Sistemas. Solo se enseña. npm es opción avanzada (Node 22). WinGet no se actualiza solo.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token se guarda en tu perfil de usuario, no en el repositorio. /status confirma cuenta y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Importante para este público: no hay extensión para VS 2022. Activad la recarga automática de ficheros modificados fuera de VS.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Enseña cada atajo en la demo 1. Esc interrumpe sin perder la sesión; Esc Esc abre el rebobinado.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 del terminal a 18-20 pt (Teams comprime). Si el login falla por proxy, captura del flujo y sigue.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Regla práctica: si no sabes describir el cambio en dos frases, empieza en modo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Enseña las opciones al salir de plan: seguir en auto, aceptar ediciones o Manual. Con /plan delante de la petición también se entra.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Enlaza con el bloque 05: pruebas, diff y Git. Aquí solo la idea: nunca se acepta un cambio sin compilar, probar y leer el diff.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Causa: RemesaService.ObtenerDetalleAsync llama a FormatearDireccion(...DireccionNotificacion!) y Granada no tiene dirección. Reinicia la API tras el cambio. Al acabar: git restore . Plan B: git diff main s1-fin -- src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Prueba real del 30/09: con la petición vaga devolvió "" y sin tests; con la concreta, null y tests (aunque se dejó el caso de solo espacios).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hace falta escribir los cuatro bloques siempre; sí saber cuál falta cuando el resultado no convence.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Estas cuatro peticiones son la base de la práctica 01. Pide que respondan siempre con fichero y línea.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Muestra @ con autocompletado de rutas en la demo 3. Pegar el error exacto es mejor que describirlo.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se apoya en docs/antiguo/justificaciones-manual-tecnico.md, aprovéchalo: por eso pedimos fichero y línea del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la puesta en común de la práctica pregunta quién recibió un fichero inventado o una afirmación que no cuadra.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minutos, individual. Comparte en el chat los comandos de la siguiente diapositiva.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debería salir: 7 proyectos (5 en src, 2 de tests). La web arranca en src/Ayudas.Web/Program.cs (ruta por defecto y vistas de Legacy hacia la línea 21). RemesasController usa AyudasDbContext directamente: es la mejor afirmación para la puesta en común.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Busca a quien encontró el salto de RemesasController y a quien recibió algún fichero inventado.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Analogía: el documento que darías a alguien que entra al equipo el lunes, pero solo lo que no puede deducir leyendo el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corriges lo mismo dos veces, pide «añade esto al CLAUDE.md».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Sobre una plantilla vacía /init sirve de poco; sobre un repositorio con código, ahorra media hora.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el que tendréis en la rama de la sesión 2. Fijaos en que todo se puede comprobar.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al aula antes de recortar. El CLAUDE.md de referencia está en la etiqueta s2-a1.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Corrección importante: no gana el más cercano. Si dos reglas se contradicen, Claude puede seguir cualquiera: no las dejéis.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«Recuerda que…» va a la memoria automática (MEMORY.md en tu perfil). «Añade al CLAUDE.md…» modifica el fichero versionado.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reglas de .claude/rules pueden limitarse a rutas concretas. @docs/... importa un fichero entero: úsalo con moderación.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CLAUDE.md pide; el hook de la S3 obliga. En main no hay CLAUDE.md de proyecto: /memory → Project instructions crea uno vacío. Limpia con Remove-Item CLAUDE.md, src\Ayudas.Web\Legacy\CLAUDE.md antes de cambiar de 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minutos, individual, sobre su rama practica/b1.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Referencia: el CLAUDE.md de la etiqueta s2-a1 (va más allá de lo pedido). Es el que trae la rama s2-inicio.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 hagan commit de su CLAUDE.md. Tú: git push origin s2-inicio al terminar.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707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7293588" y="1785747"/>
            <a:ext cx="3230033" cy="3336242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94368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Рисунок 12"/>
          <p:cNvSpPr>
            <a:spLocks noGrp="1"/>
          </p:cNvSpPr>
          <p:nvPr>
            <p:ph type="pic" sz="quarter" idx="11"/>
          </p:nvPr>
        </p:nvSpPr>
        <p:spPr>
          <a:xfrm>
            <a:off x="3352800" y="814791"/>
            <a:ext cx="7903633" cy="2804150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7101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7"/>
          <p:cNvSpPr>
            <a:spLocks noGrp="1"/>
          </p:cNvSpPr>
          <p:nvPr>
            <p:ph type="pic" sz="quarter" idx="10"/>
          </p:nvPr>
        </p:nvSpPr>
        <p:spPr>
          <a:xfrm>
            <a:off x="965200" y="1088403"/>
            <a:ext cx="4264527" cy="4651111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92070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7"/>
          <p:cNvSpPr>
            <a:spLocks noGrp="1"/>
          </p:cNvSpPr>
          <p:nvPr>
            <p:ph type="pic" sz="quarter" idx="10"/>
          </p:nvPr>
        </p:nvSpPr>
        <p:spPr>
          <a:xfrm>
            <a:off x="544446" y="2149309"/>
            <a:ext cx="5150502" cy="3634122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057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7"/>
          <p:cNvSpPr>
            <a:spLocks noGrp="1"/>
          </p:cNvSpPr>
          <p:nvPr>
            <p:ph type="pic" sz="quarter" idx="10"/>
          </p:nvPr>
        </p:nvSpPr>
        <p:spPr>
          <a:xfrm>
            <a:off x="850900" y="1088403"/>
            <a:ext cx="3982357" cy="5028424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178350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33894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571500" y="977749"/>
            <a:ext cx="10998200" cy="5193498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620516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Рисунок 1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8288000"/>
              <a:gd name="connsiteY0" fmla="*/ 0 h 10288588"/>
              <a:gd name="connsiteX1" fmla="*/ 18288000 w 18288000"/>
              <a:gd name="connsiteY1" fmla="*/ 0 h 10288588"/>
              <a:gd name="connsiteX2" fmla="*/ 18288000 w 18288000"/>
              <a:gd name="connsiteY2" fmla="*/ 4040188 h 10288588"/>
              <a:gd name="connsiteX3" fmla="*/ 0 w 18288000"/>
              <a:gd name="connsiteY3" fmla="*/ 10288588 h 10288588"/>
              <a:gd name="connsiteX0" fmla="*/ 0 w 18288000"/>
              <a:gd name="connsiteY0" fmla="*/ 0 h 10288588"/>
              <a:gd name="connsiteX1" fmla="*/ 18288000 w 18288000"/>
              <a:gd name="connsiteY1" fmla="*/ 0 h 10288588"/>
              <a:gd name="connsiteX2" fmla="*/ 18288000 w 18288000"/>
              <a:gd name="connsiteY2" fmla="*/ 3182938 h 10288588"/>
              <a:gd name="connsiteX3" fmla="*/ 0 w 18288000"/>
              <a:gd name="connsiteY3" fmla="*/ 10288588 h 10288588"/>
              <a:gd name="connsiteX4" fmla="*/ 0 w 18288000"/>
              <a:gd name="connsiteY4" fmla="*/ 0 h 10288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8588">
                <a:moveTo>
                  <a:pt x="0" y="0"/>
                </a:moveTo>
                <a:lnTo>
                  <a:pt x="18288000" y="0"/>
                </a:lnTo>
                <a:lnTo>
                  <a:pt x="18288000" y="3182938"/>
                </a:lnTo>
                <a:lnTo>
                  <a:pt x="0" y="10288588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47073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18"/>
          <p:cNvSpPr>
            <a:spLocks noGrp="1"/>
          </p:cNvSpPr>
          <p:nvPr>
            <p:ph type="pic" sz="quarter" idx="10"/>
          </p:nvPr>
        </p:nvSpPr>
        <p:spPr>
          <a:xfrm flipH="1">
            <a:off x="0" y="0"/>
            <a:ext cx="12192000" cy="4978690"/>
          </a:xfrm>
          <a:custGeom>
            <a:avLst/>
            <a:gdLst>
              <a:gd name="connsiteX0" fmla="*/ 0 w 18288000"/>
              <a:gd name="connsiteY0" fmla="*/ 0 h 10288588"/>
              <a:gd name="connsiteX1" fmla="*/ 18288000 w 18288000"/>
              <a:gd name="connsiteY1" fmla="*/ 0 h 10288588"/>
              <a:gd name="connsiteX2" fmla="*/ 18288000 w 18288000"/>
              <a:gd name="connsiteY2" fmla="*/ 4040188 h 10288588"/>
              <a:gd name="connsiteX3" fmla="*/ 0 w 18288000"/>
              <a:gd name="connsiteY3" fmla="*/ 10288588 h 10288588"/>
              <a:gd name="connsiteX0" fmla="*/ 0 w 18288000"/>
              <a:gd name="connsiteY0" fmla="*/ 0 h 10288588"/>
              <a:gd name="connsiteX1" fmla="*/ 18288000 w 18288000"/>
              <a:gd name="connsiteY1" fmla="*/ 0 h 10288588"/>
              <a:gd name="connsiteX2" fmla="*/ 18288000 w 18288000"/>
              <a:gd name="connsiteY2" fmla="*/ 3182938 h 10288588"/>
              <a:gd name="connsiteX3" fmla="*/ 0 w 18288000"/>
              <a:gd name="connsiteY3" fmla="*/ 10288588 h 10288588"/>
              <a:gd name="connsiteX4" fmla="*/ 0 w 18288000"/>
              <a:gd name="connsiteY4" fmla="*/ 0 h 10288588"/>
              <a:gd name="connsiteX0" fmla="*/ 0 w 18288000"/>
              <a:gd name="connsiteY0" fmla="*/ 0 h 7469188"/>
              <a:gd name="connsiteX1" fmla="*/ 18288000 w 18288000"/>
              <a:gd name="connsiteY1" fmla="*/ 0 h 7469188"/>
              <a:gd name="connsiteX2" fmla="*/ 18288000 w 18288000"/>
              <a:gd name="connsiteY2" fmla="*/ 3182938 h 7469188"/>
              <a:gd name="connsiteX3" fmla="*/ 0 w 18288000"/>
              <a:gd name="connsiteY3" fmla="*/ 7469188 h 7469188"/>
              <a:gd name="connsiteX4" fmla="*/ 0 w 18288000"/>
              <a:gd name="connsiteY4" fmla="*/ 0 h 7469188"/>
              <a:gd name="connsiteX0" fmla="*/ 0 w 18288000"/>
              <a:gd name="connsiteY0" fmla="*/ 0 h 7469188"/>
              <a:gd name="connsiteX1" fmla="*/ 18288000 w 18288000"/>
              <a:gd name="connsiteY1" fmla="*/ 0 h 7469188"/>
              <a:gd name="connsiteX2" fmla="*/ 18288000 w 18288000"/>
              <a:gd name="connsiteY2" fmla="*/ 4268788 h 7469188"/>
              <a:gd name="connsiteX3" fmla="*/ 0 w 18288000"/>
              <a:gd name="connsiteY3" fmla="*/ 7469188 h 7469188"/>
              <a:gd name="connsiteX4" fmla="*/ 0 w 18288000"/>
              <a:gd name="connsiteY4" fmla="*/ 0 h 7469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7469188">
                <a:moveTo>
                  <a:pt x="0" y="0"/>
                </a:moveTo>
                <a:lnTo>
                  <a:pt x="18288000" y="0"/>
                </a:lnTo>
                <a:lnTo>
                  <a:pt x="18288000" y="4268788"/>
                </a:lnTo>
                <a:lnTo>
                  <a:pt x="0" y="7469188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65743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5">
            <a:extLst>
              <a:ext uri="{FF2B5EF4-FFF2-40B4-BE49-F238E27FC236}">
                <a16:creationId xmlns:a16="http://schemas.microsoft.com/office/drawing/2014/main" id="{8C04B22D-BFAC-AC49-2B32-0D5ADE89E7E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200" dirty="0"/>
          </a:p>
        </p:txBody>
      </p:sp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C16FC69B-D013-02BF-5B27-5C6BC17C273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115152" y="6480233"/>
            <a:ext cx="335348" cy="19499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oboto Ligh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boto Ligh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boto Ligh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boto Ligh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boto Light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9pPr>
          </a:lstStyle>
          <a:p>
            <a:pPr algn="ctr" eaLnBrk="1" hangingPunct="1">
              <a:defRPr/>
            </a:pPr>
            <a:fld id="{04AF28BC-D5EF-4E08-9819-2363CE562B02}" type="slidenum">
              <a:rPr lang="ru-RU" altLang="es-ES" sz="667" b="1" smtClean="0">
                <a:solidFill>
                  <a:schemeClr val="bg1"/>
                </a:solidFill>
                <a:latin typeface="Roboto Black" pitchFamily="2" charset="0"/>
                <a:ea typeface="Karla" panose="020B0604020202020204" pitchFamily="2" charset="0"/>
                <a:cs typeface="Poppins Light" panose="00000400000000000000" pitchFamily="2" charset="0"/>
              </a:rPr>
              <a:pPr algn="ctr" eaLnBrk="1" hangingPunct="1">
                <a:defRPr/>
              </a:pPr>
              <a:t>‹Nº›</a:t>
            </a:fld>
            <a:endParaRPr lang="ru-RU" altLang="es-ES" sz="933" b="1">
              <a:solidFill>
                <a:schemeClr val="bg1"/>
              </a:solidFill>
              <a:latin typeface="Roboto Black" pitchFamily="2" charset="0"/>
              <a:ea typeface="Karla" panose="020B0604020202020204" pitchFamily="2" charset="0"/>
              <a:cs typeface="Poppins Light" panose="00000400000000000000" pitchFamily="2" charset="0"/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0892DA31-E09C-1DB1-1836-08AD36C1068D}"/>
              </a:ext>
            </a:extLst>
          </p:cNvPr>
          <p:cNvSpPr txBox="1">
            <a:spLocks/>
          </p:cNvSpPr>
          <p:nvPr userDrawn="1"/>
        </p:nvSpPr>
        <p:spPr>
          <a:xfrm>
            <a:off x="899583" y="6445313"/>
            <a:ext cx="2240492" cy="223274"/>
          </a:xfrm>
          <a:prstGeom prst="rect">
            <a:avLst/>
          </a:prstGeom>
        </p:spPr>
        <p:txBody>
          <a:bodyPr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667" b="1" dirty="0">
                <a:solidFill>
                  <a:schemeClr val="bg1"/>
                </a:solidFill>
                <a:latin typeface="+mj-lt"/>
                <a:ea typeface="Karla" pitchFamily="2" charset="0"/>
                <a:cs typeface="Poppins Light" panose="02000000000000000000" pitchFamily="2" charset="0"/>
              </a:rPr>
              <a:t>COMPANY PRESENTATION    </a:t>
            </a:r>
            <a:r>
              <a:rPr lang="en-US" sz="667" dirty="0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|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FCDEDC69-F960-B5E5-ADFE-77E8E15FCC13}"/>
              </a:ext>
            </a:extLst>
          </p:cNvPr>
          <p:cNvSpPr txBox="1">
            <a:spLocks/>
          </p:cNvSpPr>
          <p:nvPr userDrawn="1"/>
        </p:nvSpPr>
        <p:spPr>
          <a:xfrm>
            <a:off x="9083676" y="6445313"/>
            <a:ext cx="2239433" cy="223274"/>
          </a:xfrm>
          <a:prstGeom prst="rect">
            <a:avLst/>
          </a:prstGeom>
        </p:spPr>
        <p:txBody>
          <a:bodyPr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933" dirty="0">
                <a:solidFill>
                  <a:schemeClr val="bg1"/>
                </a:solidFill>
                <a:ea typeface="Karla" pitchFamily="2" charset="0"/>
                <a:cs typeface="Poppins Light" panose="02000000000000000000" pitchFamily="2" charset="0"/>
              </a:rPr>
              <a:t>www.yourdomain.com</a:t>
            </a:r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6629400" y="838070"/>
            <a:ext cx="4627033" cy="1498369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17" name="Рисунок 3"/>
          <p:cNvSpPr>
            <a:spLocks noGrp="1"/>
          </p:cNvSpPr>
          <p:nvPr>
            <p:ph type="pic" sz="quarter" idx="11"/>
          </p:nvPr>
        </p:nvSpPr>
        <p:spPr>
          <a:xfrm>
            <a:off x="6629400" y="2679286"/>
            <a:ext cx="4627033" cy="1498369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18" name="Рисунок 3"/>
          <p:cNvSpPr>
            <a:spLocks noGrp="1"/>
          </p:cNvSpPr>
          <p:nvPr>
            <p:ph type="pic" sz="quarter" idx="12"/>
          </p:nvPr>
        </p:nvSpPr>
        <p:spPr>
          <a:xfrm>
            <a:off x="6629400" y="4558596"/>
            <a:ext cx="4627033" cy="1498369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262692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5">
            <a:extLst>
              <a:ext uri="{FF2B5EF4-FFF2-40B4-BE49-F238E27FC236}">
                <a16:creationId xmlns:a16="http://schemas.microsoft.com/office/drawing/2014/main" id="{EE62700F-B2EE-BF01-F5AF-63E34863587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200" dirty="0"/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291DBA95-F57D-E0AC-88E5-4A73C4699638}"/>
              </a:ext>
            </a:extLst>
          </p:cNvPr>
          <p:cNvSpPr txBox="1">
            <a:spLocks/>
          </p:cNvSpPr>
          <p:nvPr userDrawn="1"/>
        </p:nvSpPr>
        <p:spPr>
          <a:xfrm>
            <a:off x="9083676" y="6445313"/>
            <a:ext cx="2239433" cy="223274"/>
          </a:xfrm>
          <a:prstGeom prst="rect">
            <a:avLst/>
          </a:prstGeom>
        </p:spPr>
        <p:txBody>
          <a:bodyPr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933" dirty="0">
                <a:solidFill>
                  <a:schemeClr val="bg1"/>
                </a:solidFill>
                <a:ea typeface="Karla" pitchFamily="2" charset="0"/>
                <a:cs typeface="Poppins Light" panose="02000000000000000000" pitchFamily="2" charset="0"/>
              </a:rPr>
              <a:t>www.yourdomain.com</a:t>
            </a:r>
          </a:p>
        </p:txBody>
      </p:sp>
      <p:sp>
        <p:nvSpPr>
          <p:cNvPr id="6" name="Прямоугольник 13">
            <a:extLst>
              <a:ext uri="{FF2B5EF4-FFF2-40B4-BE49-F238E27FC236}">
                <a16:creationId xmlns:a16="http://schemas.microsoft.com/office/drawing/2014/main" id="{F9C9C894-4669-C8E5-F5E4-EEC87224D2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66063" y="6480762"/>
            <a:ext cx="335348" cy="19499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oboto Ligh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boto Ligh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boto Ligh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boto Ligh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boto Light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9pPr>
          </a:lstStyle>
          <a:p>
            <a:pPr algn="ctr" eaLnBrk="1" hangingPunct="1">
              <a:defRPr/>
            </a:pPr>
            <a:fld id="{9F4D8BBC-E358-4181-A95F-94DDFDF95739}" type="slidenum">
              <a:rPr lang="ru-RU" altLang="es-ES" sz="667" b="1" smtClean="0">
                <a:solidFill>
                  <a:schemeClr val="bg1"/>
                </a:solidFill>
                <a:latin typeface="Roboto Black" pitchFamily="2" charset="0"/>
                <a:ea typeface="Karla" panose="020B0604020202020204" pitchFamily="2" charset="0"/>
                <a:cs typeface="Poppins Light" panose="00000400000000000000" pitchFamily="2" charset="0"/>
              </a:rPr>
              <a:pPr algn="ctr" eaLnBrk="1" hangingPunct="1">
                <a:defRPr/>
              </a:pPr>
              <a:t>‹Nº›</a:t>
            </a:fld>
            <a:endParaRPr lang="ru-RU" altLang="es-ES" sz="933" b="1" dirty="0">
              <a:solidFill>
                <a:schemeClr val="bg1"/>
              </a:solidFill>
              <a:latin typeface="Roboto Black" pitchFamily="2" charset="0"/>
              <a:ea typeface="Karla" panose="020B0604020202020204" pitchFamily="2" charset="0"/>
              <a:cs typeface="Poppins Light" panose="00000400000000000000" pitchFamily="2" charset="0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0D3DAD1D-650C-C4A0-A43B-038487DFF205}"/>
              </a:ext>
            </a:extLst>
          </p:cNvPr>
          <p:cNvSpPr txBox="1">
            <a:spLocks/>
          </p:cNvSpPr>
          <p:nvPr userDrawn="1"/>
        </p:nvSpPr>
        <p:spPr>
          <a:xfrm>
            <a:off x="191344" y="6424918"/>
            <a:ext cx="1872208" cy="334962"/>
          </a:xfrm>
          <a:prstGeom prst="rect">
            <a:avLst/>
          </a:prstGeom>
        </p:spPr>
        <p:txBody>
          <a:bodyPr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700" b="1" dirty="0">
                <a:solidFill>
                  <a:schemeClr val="bg1"/>
                </a:solidFill>
                <a:latin typeface="+mj-lt"/>
                <a:ea typeface="Karla" pitchFamily="2" charset="0"/>
                <a:cs typeface="Poppins Light" panose="02000000000000000000" pitchFamily="2" charset="0"/>
              </a:rPr>
              <a:t>ISDEFE   </a:t>
            </a:r>
            <a:r>
              <a:rPr lang="en-US" sz="700" dirty="0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|   Casos de </a:t>
            </a:r>
            <a:r>
              <a:rPr lang="en-US" sz="700" dirty="0" err="1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uso</a:t>
            </a:r>
            <a:r>
              <a:rPr lang="en-US" sz="700" dirty="0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Agentes</a:t>
            </a:r>
            <a:r>
              <a:rPr lang="en-US" sz="700" dirty="0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 IA</a:t>
            </a:r>
          </a:p>
        </p:txBody>
      </p:sp>
    </p:spTree>
    <p:extLst>
      <p:ext uri="{BB962C8B-B14F-4D97-AF65-F5344CB8AC3E}">
        <p14:creationId xmlns:p14="http://schemas.microsoft.com/office/powerpoint/2010/main" val="260583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5">
            <a:extLst>
              <a:ext uri="{FF2B5EF4-FFF2-40B4-BE49-F238E27FC236}">
                <a16:creationId xmlns:a16="http://schemas.microsoft.com/office/drawing/2014/main" id="{230B2D0F-08A8-B4FA-2696-0E818FCBD97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200" dirty="0"/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44B7A1D-9FBD-6276-58B0-73662030A059}"/>
              </a:ext>
            </a:extLst>
          </p:cNvPr>
          <p:cNvSpPr txBox="1">
            <a:spLocks/>
          </p:cNvSpPr>
          <p:nvPr userDrawn="1"/>
        </p:nvSpPr>
        <p:spPr>
          <a:xfrm>
            <a:off x="9083676" y="6242145"/>
            <a:ext cx="2239433" cy="223274"/>
          </a:xfrm>
          <a:prstGeom prst="rect">
            <a:avLst/>
          </a:prstGeom>
        </p:spPr>
        <p:txBody>
          <a:bodyPr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933" dirty="0">
                <a:solidFill>
                  <a:schemeClr val="bg1"/>
                </a:solidFill>
                <a:ea typeface="Karla" pitchFamily="2" charset="0"/>
                <a:cs typeface="Poppins Light" panose="02000000000000000000" pitchFamily="2" charset="0"/>
              </a:rPr>
              <a:t>www.yourdomain.com</a:t>
            </a:r>
          </a:p>
        </p:txBody>
      </p:sp>
      <p:sp>
        <p:nvSpPr>
          <p:cNvPr id="7" name="Рисунок 3"/>
          <p:cNvSpPr>
            <a:spLocks noGrp="1"/>
          </p:cNvSpPr>
          <p:nvPr>
            <p:ph type="pic" sz="quarter" idx="10"/>
          </p:nvPr>
        </p:nvSpPr>
        <p:spPr>
          <a:xfrm>
            <a:off x="9384631" y="0"/>
            <a:ext cx="2807369" cy="304753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13" name="Рисунок 3"/>
          <p:cNvSpPr>
            <a:spLocks noGrp="1"/>
          </p:cNvSpPr>
          <p:nvPr>
            <p:ph type="pic" sz="quarter" idx="11"/>
          </p:nvPr>
        </p:nvSpPr>
        <p:spPr>
          <a:xfrm>
            <a:off x="6416842" y="-1"/>
            <a:ext cx="2807369" cy="3865551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14" name="Рисунок 3"/>
          <p:cNvSpPr>
            <a:spLocks noGrp="1"/>
          </p:cNvSpPr>
          <p:nvPr>
            <p:ph type="pic" sz="quarter" idx="12"/>
          </p:nvPr>
        </p:nvSpPr>
        <p:spPr>
          <a:xfrm>
            <a:off x="9384631" y="3175846"/>
            <a:ext cx="2807369" cy="3682154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15" name="Рисунок 3"/>
          <p:cNvSpPr>
            <a:spLocks noGrp="1"/>
          </p:cNvSpPr>
          <p:nvPr>
            <p:ph type="pic" sz="quarter" idx="13"/>
          </p:nvPr>
        </p:nvSpPr>
        <p:spPr>
          <a:xfrm>
            <a:off x="6416841" y="3993868"/>
            <a:ext cx="2807369" cy="286413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6" name="Прямоугольник 13">
            <a:extLst>
              <a:ext uri="{FF2B5EF4-FFF2-40B4-BE49-F238E27FC236}">
                <a16:creationId xmlns:a16="http://schemas.microsoft.com/office/drawing/2014/main" id="{7310F991-A7B2-07B2-C5F8-AF9CB70E19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66063" y="6480762"/>
            <a:ext cx="335348" cy="19499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oboto Ligh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boto Ligh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boto Ligh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boto Ligh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boto Light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9pPr>
          </a:lstStyle>
          <a:p>
            <a:pPr algn="ctr" eaLnBrk="1" hangingPunct="1">
              <a:defRPr/>
            </a:pPr>
            <a:fld id="{9F4D8BBC-E358-4181-A95F-94DDFDF95739}" type="slidenum">
              <a:rPr lang="ru-RU" altLang="es-ES" sz="667" b="1" smtClean="0">
                <a:solidFill>
                  <a:schemeClr val="bg1"/>
                </a:solidFill>
                <a:latin typeface="Roboto Black" pitchFamily="2" charset="0"/>
                <a:ea typeface="Karla" panose="020B0604020202020204" pitchFamily="2" charset="0"/>
                <a:cs typeface="Poppins Light" panose="00000400000000000000" pitchFamily="2" charset="0"/>
              </a:rPr>
              <a:pPr algn="ctr" eaLnBrk="1" hangingPunct="1">
                <a:defRPr/>
              </a:pPr>
              <a:t>‹Nº›</a:t>
            </a:fld>
            <a:endParaRPr lang="ru-RU" altLang="es-ES" sz="933" b="1" dirty="0">
              <a:solidFill>
                <a:schemeClr val="bg1"/>
              </a:solidFill>
              <a:latin typeface="Roboto Black" pitchFamily="2" charset="0"/>
              <a:ea typeface="Karla" panose="020B0604020202020204" pitchFamily="2" charset="0"/>
              <a:cs typeface="Poppins Light" panose="00000400000000000000" pitchFamily="2" charset="0"/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9406A01E-8546-43A2-3E48-811182CF4586}"/>
              </a:ext>
            </a:extLst>
          </p:cNvPr>
          <p:cNvSpPr txBox="1">
            <a:spLocks/>
          </p:cNvSpPr>
          <p:nvPr userDrawn="1"/>
        </p:nvSpPr>
        <p:spPr>
          <a:xfrm>
            <a:off x="191344" y="6424918"/>
            <a:ext cx="1872208" cy="334962"/>
          </a:xfrm>
          <a:prstGeom prst="rect">
            <a:avLst/>
          </a:prstGeom>
        </p:spPr>
        <p:txBody>
          <a:bodyPr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700" b="1" dirty="0">
                <a:solidFill>
                  <a:schemeClr val="bg1"/>
                </a:solidFill>
                <a:latin typeface="+mj-lt"/>
                <a:ea typeface="Karla" pitchFamily="2" charset="0"/>
                <a:cs typeface="Poppins Light" panose="02000000000000000000" pitchFamily="2" charset="0"/>
              </a:rPr>
              <a:t>ISDEFE   </a:t>
            </a:r>
            <a:r>
              <a:rPr lang="en-US" sz="700" dirty="0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|   Casos de </a:t>
            </a:r>
            <a:r>
              <a:rPr lang="en-US" sz="700" dirty="0" err="1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uso</a:t>
            </a:r>
            <a:r>
              <a:rPr lang="en-US" sz="700" dirty="0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Agentes</a:t>
            </a:r>
            <a:r>
              <a:rPr lang="en-US" sz="700" dirty="0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 IA</a:t>
            </a:r>
          </a:p>
        </p:txBody>
      </p:sp>
    </p:spTree>
    <p:extLst>
      <p:ext uri="{BB962C8B-B14F-4D97-AF65-F5344CB8AC3E}">
        <p14:creationId xmlns:p14="http://schemas.microsoft.com/office/powerpoint/2010/main" val="911063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A60A67AB-4783-397F-1829-B1A5CAE89B51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0609965" y="3349091"/>
            <a:ext cx="2240146" cy="223309"/>
          </a:xfrm>
          <a:prstGeom prst="rect">
            <a:avLst/>
          </a:prstGeom>
        </p:spPr>
        <p:txBody>
          <a:bodyPr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933" dirty="0">
                <a:solidFill>
                  <a:schemeClr val="tx1">
                    <a:lumMod val="75000"/>
                    <a:lumOff val="25000"/>
                  </a:schemeClr>
                </a:solidFill>
                <a:ea typeface="Karla" pitchFamily="2" charset="0"/>
                <a:cs typeface="Poppins Light" panose="02000000000000000000" pitchFamily="2" charset="0"/>
              </a:rPr>
              <a:t>www.yourdomain.com</a:t>
            </a:r>
          </a:p>
        </p:txBody>
      </p:sp>
      <p:sp>
        <p:nvSpPr>
          <p:cNvPr id="3" name="Рисунок 3"/>
          <p:cNvSpPr>
            <a:spLocks noGrp="1"/>
          </p:cNvSpPr>
          <p:nvPr>
            <p:ph type="pic" sz="quarter" idx="11"/>
          </p:nvPr>
        </p:nvSpPr>
        <p:spPr>
          <a:xfrm>
            <a:off x="8935453" y="-1"/>
            <a:ext cx="2310063" cy="6858001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2"/>
          </p:nvPr>
        </p:nvSpPr>
        <p:spPr>
          <a:xfrm>
            <a:off x="6689558" y="-1"/>
            <a:ext cx="2069431" cy="1956836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5" name="Рисунок 3"/>
          <p:cNvSpPr>
            <a:spLocks noGrp="1"/>
          </p:cNvSpPr>
          <p:nvPr>
            <p:ph type="pic" sz="quarter" idx="13"/>
          </p:nvPr>
        </p:nvSpPr>
        <p:spPr>
          <a:xfrm>
            <a:off x="6689558" y="2149310"/>
            <a:ext cx="2069431" cy="2566341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6" name="Рисунок 3"/>
          <p:cNvSpPr>
            <a:spLocks noGrp="1"/>
          </p:cNvSpPr>
          <p:nvPr>
            <p:ph type="pic" sz="quarter" idx="14"/>
          </p:nvPr>
        </p:nvSpPr>
        <p:spPr>
          <a:xfrm>
            <a:off x="6689558" y="4901164"/>
            <a:ext cx="2069431" cy="1956836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80949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5"/>
          <p:cNvSpPr>
            <a:spLocks noGrp="1"/>
          </p:cNvSpPr>
          <p:nvPr>
            <p:ph type="pic" sz="quarter" idx="11"/>
          </p:nvPr>
        </p:nvSpPr>
        <p:spPr>
          <a:xfrm>
            <a:off x="988483" y="1"/>
            <a:ext cx="3977217" cy="535857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4694767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Рисунок 5"/>
          <p:cNvSpPr>
            <a:spLocks noGrp="1"/>
          </p:cNvSpPr>
          <p:nvPr>
            <p:ph type="pic" sz="quarter" idx="14"/>
          </p:nvPr>
        </p:nvSpPr>
        <p:spPr>
          <a:xfrm>
            <a:off x="8062383" y="1349167"/>
            <a:ext cx="3545417" cy="239675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13" name="Рисунок 5"/>
          <p:cNvSpPr>
            <a:spLocks noGrp="1"/>
          </p:cNvSpPr>
          <p:nvPr>
            <p:ph type="pic" sz="quarter" idx="15"/>
          </p:nvPr>
        </p:nvSpPr>
        <p:spPr>
          <a:xfrm>
            <a:off x="4321174" y="1349167"/>
            <a:ext cx="3545417" cy="239675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14" name="Рисунок 5"/>
          <p:cNvSpPr>
            <a:spLocks noGrp="1"/>
          </p:cNvSpPr>
          <p:nvPr>
            <p:ph type="pic" sz="quarter" idx="16"/>
          </p:nvPr>
        </p:nvSpPr>
        <p:spPr>
          <a:xfrm>
            <a:off x="579966" y="1349167"/>
            <a:ext cx="3545417" cy="239675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68288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5"/>
          <p:cNvSpPr>
            <a:spLocks noGrp="1"/>
          </p:cNvSpPr>
          <p:nvPr>
            <p:ph type="pic" sz="quarter" idx="14"/>
          </p:nvPr>
        </p:nvSpPr>
        <p:spPr>
          <a:xfrm>
            <a:off x="8062383" y="1145999"/>
            <a:ext cx="3545417" cy="239675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5" name="Рисунок 5"/>
          <p:cNvSpPr>
            <a:spLocks noGrp="1"/>
          </p:cNvSpPr>
          <p:nvPr>
            <p:ph type="pic" sz="quarter" idx="16"/>
          </p:nvPr>
        </p:nvSpPr>
        <p:spPr>
          <a:xfrm>
            <a:off x="579966" y="1145999"/>
            <a:ext cx="3545417" cy="239675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6" name="Рисунок 5"/>
          <p:cNvSpPr>
            <a:spLocks noGrp="1"/>
          </p:cNvSpPr>
          <p:nvPr>
            <p:ph type="pic" sz="quarter" idx="17"/>
          </p:nvPr>
        </p:nvSpPr>
        <p:spPr>
          <a:xfrm>
            <a:off x="4321174" y="3774493"/>
            <a:ext cx="3545417" cy="239675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1999235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>
          <a:xfrm>
            <a:off x="1002326" y="3699585"/>
            <a:ext cx="10203391" cy="2341731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157562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9"/>
          <p:cNvSpPr>
            <a:spLocks noGrp="1"/>
          </p:cNvSpPr>
          <p:nvPr>
            <p:ph type="pic" sz="quarter" idx="10"/>
          </p:nvPr>
        </p:nvSpPr>
        <p:spPr>
          <a:xfrm>
            <a:off x="575733" y="3885600"/>
            <a:ext cx="11006667" cy="236183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0925411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/>
          <p:cNvSpPr>
            <a:spLocks noGrp="1"/>
          </p:cNvSpPr>
          <p:nvPr>
            <p:ph type="pic" sz="quarter" idx="10"/>
          </p:nvPr>
        </p:nvSpPr>
        <p:spPr>
          <a:xfrm>
            <a:off x="6593305" y="0"/>
            <a:ext cx="5598695" cy="6858000"/>
          </a:xfrm>
          <a:custGeom>
            <a:avLst/>
            <a:gdLst>
              <a:gd name="connsiteX0" fmla="*/ 3392905 w 7724274"/>
              <a:gd name="connsiteY0" fmla="*/ 0 h 10288588"/>
              <a:gd name="connsiteX1" fmla="*/ 7724274 w 7724274"/>
              <a:gd name="connsiteY1" fmla="*/ 0 h 10288588"/>
              <a:gd name="connsiteX2" fmla="*/ 7724274 w 7724274"/>
              <a:gd name="connsiteY2" fmla="*/ 10288588 h 10288588"/>
              <a:gd name="connsiteX3" fmla="*/ 0 w 7724274"/>
              <a:gd name="connsiteY3" fmla="*/ 10288588 h 10288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24274" h="10288588">
                <a:moveTo>
                  <a:pt x="3392905" y="0"/>
                </a:moveTo>
                <a:lnTo>
                  <a:pt x="7724274" y="0"/>
                </a:lnTo>
                <a:lnTo>
                  <a:pt x="7724274" y="10288588"/>
                </a:lnTo>
                <a:lnTo>
                  <a:pt x="0" y="1028858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515485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7"/>
          <p:cNvSpPr>
            <a:spLocks noGrp="1"/>
          </p:cNvSpPr>
          <p:nvPr>
            <p:ph type="pic" sz="quarter" idx="10"/>
          </p:nvPr>
        </p:nvSpPr>
        <p:spPr>
          <a:xfrm>
            <a:off x="4673600" y="1282502"/>
            <a:ext cx="3962400" cy="4545898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646673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4106779" y="1106846"/>
            <a:ext cx="7475621" cy="2935141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2570101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7277100" y="0"/>
            <a:ext cx="4914900" cy="685800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4683413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5">
            <a:extLst>
              <a:ext uri="{FF2B5EF4-FFF2-40B4-BE49-F238E27FC236}">
                <a16:creationId xmlns:a16="http://schemas.microsoft.com/office/drawing/2014/main" id="{2D49740D-E5C8-E4A3-BFA8-38F5F30261A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200" dirty="0"/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A1685977-87C1-BA45-226D-7CC4660CDD07}"/>
              </a:ext>
            </a:extLst>
          </p:cNvPr>
          <p:cNvSpPr txBox="1">
            <a:spLocks/>
          </p:cNvSpPr>
          <p:nvPr userDrawn="1"/>
        </p:nvSpPr>
        <p:spPr>
          <a:xfrm>
            <a:off x="899583" y="371418"/>
            <a:ext cx="2240492" cy="223274"/>
          </a:xfrm>
          <a:prstGeom prst="rect">
            <a:avLst/>
          </a:prstGeom>
        </p:spPr>
        <p:txBody>
          <a:bodyPr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933" dirty="0">
                <a:solidFill>
                  <a:schemeClr val="bg1"/>
                </a:solidFill>
                <a:ea typeface="Karla" pitchFamily="2" charset="0"/>
                <a:cs typeface="Poppins Light" panose="02000000000000000000" pitchFamily="2" charset="0"/>
              </a:rPr>
              <a:t>www.yourdomain.com</a:t>
            </a:r>
          </a:p>
        </p:txBody>
      </p:sp>
      <p:sp>
        <p:nvSpPr>
          <p:cNvPr id="8" name="Рисунок 3"/>
          <p:cNvSpPr>
            <a:spLocks noGrp="1"/>
          </p:cNvSpPr>
          <p:nvPr>
            <p:ph type="pic" sz="quarter" idx="13"/>
          </p:nvPr>
        </p:nvSpPr>
        <p:spPr>
          <a:xfrm>
            <a:off x="6416841" y="0"/>
            <a:ext cx="5775159" cy="6858001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6" name="Прямоугольник 13">
            <a:extLst>
              <a:ext uri="{FF2B5EF4-FFF2-40B4-BE49-F238E27FC236}">
                <a16:creationId xmlns:a16="http://schemas.microsoft.com/office/drawing/2014/main" id="{D2902BC1-22AD-84FE-55C5-96E188F342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66063" y="6480762"/>
            <a:ext cx="335348" cy="19499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oboto Ligh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boto Ligh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boto Ligh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boto Ligh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boto Light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9pPr>
          </a:lstStyle>
          <a:p>
            <a:pPr algn="ctr" eaLnBrk="1" hangingPunct="1">
              <a:defRPr/>
            </a:pPr>
            <a:fld id="{9F4D8BBC-E358-4181-A95F-94DDFDF95739}" type="slidenum">
              <a:rPr lang="ru-RU" altLang="es-ES" sz="667" b="1" smtClean="0">
                <a:solidFill>
                  <a:schemeClr val="bg1"/>
                </a:solidFill>
                <a:latin typeface="Roboto Black" pitchFamily="2" charset="0"/>
                <a:ea typeface="Karla" panose="020B0604020202020204" pitchFamily="2" charset="0"/>
                <a:cs typeface="Poppins Light" panose="00000400000000000000" pitchFamily="2" charset="0"/>
              </a:rPr>
              <a:pPr algn="ctr" eaLnBrk="1" hangingPunct="1">
                <a:defRPr/>
              </a:pPr>
              <a:t>‹Nº›</a:t>
            </a:fld>
            <a:endParaRPr lang="ru-RU" altLang="es-ES" sz="933" b="1" dirty="0">
              <a:solidFill>
                <a:schemeClr val="bg1"/>
              </a:solidFill>
              <a:latin typeface="Roboto Black" pitchFamily="2" charset="0"/>
              <a:ea typeface="Karla" panose="020B0604020202020204" pitchFamily="2" charset="0"/>
              <a:cs typeface="Poppins Light" panose="00000400000000000000" pitchFamily="2" charset="0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AF3CC95F-6322-C2DE-28CC-57C552117267}"/>
              </a:ext>
            </a:extLst>
          </p:cNvPr>
          <p:cNvSpPr txBox="1">
            <a:spLocks/>
          </p:cNvSpPr>
          <p:nvPr userDrawn="1"/>
        </p:nvSpPr>
        <p:spPr>
          <a:xfrm>
            <a:off x="191344" y="6424918"/>
            <a:ext cx="1872208" cy="334962"/>
          </a:xfrm>
          <a:prstGeom prst="rect">
            <a:avLst/>
          </a:prstGeom>
        </p:spPr>
        <p:txBody>
          <a:bodyPr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700" b="1" dirty="0">
                <a:solidFill>
                  <a:schemeClr val="bg1"/>
                </a:solidFill>
                <a:latin typeface="+mj-lt"/>
                <a:ea typeface="Karla" pitchFamily="2" charset="0"/>
                <a:cs typeface="Poppins Light" panose="02000000000000000000" pitchFamily="2" charset="0"/>
              </a:rPr>
              <a:t>ISDEFE   </a:t>
            </a:r>
            <a:r>
              <a:rPr lang="en-US" sz="700" dirty="0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|   Casos de </a:t>
            </a:r>
            <a:r>
              <a:rPr lang="en-US" sz="700" dirty="0" err="1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uso</a:t>
            </a:r>
            <a:r>
              <a:rPr lang="en-US" sz="700" dirty="0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Agentes</a:t>
            </a:r>
            <a:r>
              <a:rPr lang="en-US" sz="700" dirty="0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 IA</a:t>
            </a:r>
          </a:p>
        </p:txBody>
      </p:sp>
    </p:spTree>
    <p:extLst>
      <p:ext uri="{BB962C8B-B14F-4D97-AF65-F5344CB8AC3E}">
        <p14:creationId xmlns:p14="http://schemas.microsoft.com/office/powerpoint/2010/main" val="26139000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3"/>
          <p:cNvSpPr>
            <a:spLocks noGrp="1"/>
          </p:cNvSpPr>
          <p:nvPr>
            <p:ph type="pic" sz="quarter" idx="10"/>
          </p:nvPr>
        </p:nvSpPr>
        <p:spPr>
          <a:xfrm>
            <a:off x="641685" y="1170893"/>
            <a:ext cx="2181727" cy="4908126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1"/>
          </p:nvPr>
        </p:nvSpPr>
        <p:spPr>
          <a:xfrm>
            <a:off x="3064042" y="1170893"/>
            <a:ext cx="2181727" cy="198891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5" name="Рисунок 3"/>
          <p:cNvSpPr>
            <a:spLocks noGrp="1"/>
          </p:cNvSpPr>
          <p:nvPr>
            <p:ph type="pic" sz="quarter" idx="12"/>
          </p:nvPr>
        </p:nvSpPr>
        <p:spPr>
          <a:xfrm>
            <a:off x="3064042" y="3352283"/>
            <a:ext cx="2181727" cy="2726736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01041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3"/>
          <p:cNvSpPr>
            <a:spLocks noGrp="1"/>
          </p:cNvSpPr>
          <p:nvPr>
            <p:ph type="pic" sz="quarter" idx="12"/>
          </p:nvPr>
        </p:nvSpPr>
        <p:spPr>
          <a:xfrm>
            <a:off x="4240463" y="4277234"/>
            <a:ext cx="4475749" cy="180178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6" name="Рисунок 3"/>
          <p:cNvSpPr>
            <a:spLocks noGrp="1"/>
          </p:cNvSpPr>
          <p:nvPr>
            <p:ph type="pic" sz="quarter" idx="13"/>
          </p:nvPr>
        </p:nvSpPr>
        <p:spPr>
          <a:xfrm>
            <a:off x="8903369" y="1170893"/>
            <a:ext cx="2374231" cy="4908126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7" name="Рисунок 3"/>
          <p:cNvSpPr>
            <a:spLocks noGrp="1"/>
          </p:cNvSpPr>
          <p:nvPr>
            <p:ph type="pic" sz="quarter" idx="14"/>
          </p:nvPr>
        </p:nvSpPr>
        <p:spPr>
          <a:xfrm>
            <a:off x="6293854" y="1170892"/>
            <a:ext cx="2422358" cy="295664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9" name="Рисунок 3"/>
          <p:cNvSpPr>
            <a:spLocks noGrp="1"/>
          </p:cNvSpPr>
          <p:nvPr>
            <p:ph type="pic" sz="quarter" idx="15"/>
          </p:nvPr>
        </p:nvSpPr>
        <p:spPr>
          <a:xfrm>
            <a:off x="4240464" y="1170892"/>
            <a:ext cx="1866233" cy="148099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10" name="Рисунок 3"/>
          <p:cNvSpPr>
            <a:spLocks noGrp="1"/>
          </p:cNvSpPr>
          <p:nvPr>
            <p:ph type="pic" sz="quarter" idx="16"/>
          </p:nvPr>
        </p:nvSpPr>
        <p:spPr>
          <a:xfrm>
            <a:off x="4240464" y="2801588"/>
            <a:ext cx="1866233" cy="132594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219074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3"/>
          <p:cNvSpPr>
            <a:spLocks noGrp="1"/>
          </p:cNvSpPr>
          <p:nvPr>
            <p:ph type="pic" sz="quarter" idx="12"/>
          </p:nvPr>
        </p:nvSpPr>
        <p:spPr>
          <a:xfrm>
            <a:off x="5871411" y="3441169"/>
            <a:ext cx="2775284" cy="26378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3"/>
          </p:nvPr>
        </p:nvSpPr>
        <p:spPr>
          <a:xfrm>
            <a:off x="8871282" y="1170893"/>
            <a:ext cx="2711116" cy="4908126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715406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101467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9137064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5">
            <a:extLst>
              <a:ext uri="{FF2B5EF4-FFF2-40B4-BE49-F238E27FC236}">
                <a16:creationId xmlns:a16="http://schemas.microsoft.com/office/drawing/2014/main" id="{262C9650-DABB-0B5F-8D7E-BF946FD53C4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200" dirty="0"/>
          </a:p>
        </p:txBody>
      </p:sp>
      <p:sp>
        <p:nvSpPr>
          <p:cNvPr id="3" name="Прямоугольник 6">
            <a:extLst>
              <a:ext uri="{FF2B5EF4-FFF2-40B4-BE49-F238E27FC236}">
                <a16:creationId xmlns:a16="http://schemas.microsoft.com/office/drawing/2014/main" id="{4DFE5DB1-E892-CCA3-54F9-B2FD921A63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115152" y="435966"/>
            <a:ext cx="335348" cy="19499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oboto Ligh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boto Ligh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boto Ligh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boto Ligh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boto Light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9pPr>
          </a:lstStyle>
          <a:p>
            <a:pPr algn="ctr" eaLnBrk="1" hangingPunct="1">
              <a:defRPr/>
            </a:pPr>
            <a:fld id="{17921FDD-EDC4-420A-AC4E-52AD4BBA48A9}" type="slidenum">
              <a:rPr lang="ru-RU" altLang="es-ES" sz="667" b="1" smtClean="0">
                <a:solidFill>
                  <a:schemeClr val="bg1"/>
                </a:solidFill>
                <a:latin typeface="Roboto Black" pitchFamily="2" charset="0"/>
                <a:ea typeface="Karla" panose="020B0604020202020204" pitchFamily="2" charset="0"/>
                <a:cs typeface="Poppins Light" panose="00000400000000000000" pitchFamily="2" charset="0"/>
              </a:rPr>
              <a:pPr algn="ctr" eaLnBrk="1" hangingPunct="1">
                <a:defRPr/>
              </a:pPr>
              <a:t>‹Nº›</a:t>
            </a:fld>
            <a:endParaRPr lang="ru-RU" altLang="es-ES" sz="933" b="1">
              <a:solidFill>
                <a:schemeClr val="bg1"/>
              </a:solidFill>
              <a:latin typeface="Roboto Black" pitchFamily="2" charset="0"/>
              <a:ea typeface="Karla" panose="020B0604020202020204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C67720E4-76A2-4123-2748-95DB484C5610}"/>
              </a:ext>
            </a:extLst>
          </p:cNvPr>
          <p:cNvSpPr txBox="1">
            <a:spLocks/>
          </p:cNvSpPr>
          <p:nvPr userDrawn="1"/>
        </p:nvSpPr>
        <p:spPr>
          <a:xfrm>
            <a:off x="899583" y="401047"/>
            <a:ext cx="2240492" cy="223274"/>
          </a:xfrm>
          <a:prstGeom prst="rect">
            <a:avLst/>
          </a:prstGeom>
        </p:spPr>
        <p:txBody>
          <a:bodyPr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667" b="1" dirty="0">
                <a:solidFill>
                  <a:schemeClr val="bg1"/>
                </a:solidFill>
                <a:latin typeface="+mj-lt"/>
                <a:ea typeface="Karla" pitchFamily="2" charset="0"/>
                <a:cs typeface="Poppins Light" panose="02000000000000000000" pitchFamily="2" charset="0"/>
              </a:rPr>
              <a:t>COMPANY PRESENTATION    </a:t>
            </a:r>
            <a:r>
              <a:rPr lang="en-US" sz="667" dirty="0">
                <a:solidFill>
                  <a:schemeClr val="bg1"/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|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5D6F8C77-4A57-3F61-BF6C-E8253FB581C6}"/>
              </a:ext>
            </a:extLst>
          </p:cNvPr>
          <p:cNvSpPr txBox="1">
            <a:spLocks/>
          </p:cNvSpPr>
          <p:nvPr userDrawn="1"/>
        </p:nvSpPr>
        <p:spPr>
          <a:xfrm>
            <a:off x="9083676" y="350254"/>
            <a:ext cx="2239433" cy="223274"/>
          </a:xfrm>
          <a:prstGeom prst="rect">
            <a:avLst/>
          </a:prstGeom>
        </p:spPr>
        <p:txBody>
          <a:bodyPr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933" dirty="0">
                <a:solidFill>
                  <a:schemeClr val="bg1"/>
                </a:solidFill>
                <a:ea typeface="Karla" pitchFamily="2" charset="0"/>
                <a:cs typeface="Poppins Light" panose="02000000000000000000" pitchFamily="2" charset="0"/>
              </a:rPr>
              <a:t>www.yourdomain.com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0"/>
          </p:nvPr>
        </p:nvSpPr>
        <p:spPr>
          <a:xfrm>
            <a:off x="0" y="3517357"/>
            <a:ext cx="12192000" cy="334064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2144794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795849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4739510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35228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978953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1" y="3635268"/>
            <a:ext cx="3967747" cy="322273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5" name="Рисунок 3"/>
          <p:cNvSpPr>
            <a:spLocks noGrp="1"/>
          </p:cNvSpPr>
          <p:nvPr>
            <p:ph type="pic" sz="quarter" idx="11"/>
          </p:nvPr>
        </p:nvSpPr>
        <p:spPr>
          <a:xfrm>
            <a:off x="3967748" y="3635268"/>
            <a:ext cx="4234559" cy="322273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6" name="Рисунок 3"/>
          <p:cNvSpPr>
            <a:spLocks noGrp="1"/>
          </p:cNvSpPr>
          <p:nvPr>
            <p:ph type="pic" sz="quarter" idx="12"/>
          </p:nvPr>
        </p:nvSpPr>
        <p:spPr>
          <a:xfrm>
            <a:off x="8202306" y="3635268"/>
            <a:ext cx="3989694" cy="322273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2094688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962526" y="2255402"/>
            <a:ext cx="2133600" cy="229985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6" name="Рисунок 3"/>
          <p:cNvSpPr>
            <a:spLocks noGrp="1"/>
          </p:cNvSpPr>
          <p:nvPr>
            <p:ph type="pic" sz="quarter" idx="11"/>
          </p:nvPr>
        </p:nvSpPr>
        <p:spPr>
          <a:xfrm>
            <a:off x="9122833" y="2255402"/>
            <a:ext cx="2133600" cy="229985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7" name="Рисунок 3"/>
          <p:cNvSpPr>
            <a:spLocks noGrp="1"/>
          </p:cNvSpPr>
          <p:nvPr>
            <p:ph type="pic" sz="quarter" idx="12"/>
          </p:nvPr>
        </p:nvSpPr>
        <p:spPr>
          <a:xfrm>
            <a:off x="6402731" y="2255402"/>
            <a:ext cx="2133600" cy="229985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8" name="Рисунок 3"/>
          <p:cNvSpPr>
            <a:spLocks noGrp="1"/>
          </p:cNvSpPr>
          <p:nvPr>
            <p:ph type="pic" sz="quarter" idx="13"/>
          </p:nvPr>
        </p:nvSpPr>
        <p:spPr>
          <a:xfrm>
            <a:off x="3682629" y="2255402"/>
            <a:ext cx="2133600" cy="229985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0481542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3"/>
          <p:cNvSpPr>
            <a:spLocks noGrp="1"/>
          </p:cNvSpPr>
          <p:nvPr>
            <p:ph type="pic" sz="quarter" idx="10"/>
          </p:nvPr>
        </p:nvSpPr>
        <p:spPr>
          <a:xfrm>
            <a:off x="962526" y="2255402"/>
            <a:ext cx="2582779" cy="229985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9" name="Рисунок 3"/>
          <p:cNvSpPr>
            <a:spLocks noGrp="1"/>
          </p:cNvSpPr>
          <p:nvPr>
            <p:ph type="pic" sz="quarter" idx="12"/>
          </p:nvPr>
        </p:nvSpPr>
        <p:spPr>
          <a:xfrm>
            <a:off x="6128085" y="2255402"/>
            <a:ext cx="2582779" cy="229985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180319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5">
            <a:extLst>
              <a:ext uri="{FF2B5EF4-FFF2-40B4-BE49-F238E27FC236}">
                <a16:creationId xmlns:a16="http://schemas.microsoft.com/office/drawing/2014/main" id="{C4FBA844-4FDC-B1F7-AA3C-008B0A155402}"/>
              </a:ext>
            </a:extLst>
          </p:cNvPr>
          <p:cNvSpPr/>
          <p:nvPr userDrawn="1"/>
        </p:nvSpPr>
        <p:spPr>
          <a:xfrm>
            <a:off x="9144000" y="3717352"/>
            <a:ext cx="2133600" cy="15089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200" dirty="0"/>
          </a:p>
        </p:txBody>
      </p:sp>
      <p:sp>
        <p:nvSpPr>
          <p:cNvPr id="3" name="Рисунок 3"/>
          <p:cNvSpPr>
            <a:spLocks noGrp="1"/>
          </p:cNvSpPr>
          <p:nvPr>
            <p:ph type="pic" sz="quarter" idx="10"/>
          </p:nvPr>
        </p:nvSpPr>
        <p:spPr>
          <a:xfrm>
            <a:off x="4042615" y="1121936"/>
            <a:ext cx="2133600" cy="1508564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1"/>
          </p:nvPr>
        </p:nvSpPr>
        <p:spPr>
          <a:xfrm>
            <a:off x="6593310" y="1121936"/>
            <a:ext cx="2133600" cy="1508564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5" name="Рисунок 3"/>
          <p:cNvSpPr>
            <a:spLocks noGrp="1"/>
          </p:cNvSpPr>
          <p:nvPr>
            <p:ph type="pic" sz="quarter" idx="12"/>
          </p:nvPr>
        </p:nvSpPr>
        <p:spPr>
          <a:xfrm>
            <a:off x="9144005" y="1121936"/>
            <a:ext cx="2133600" cy="1508564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8" name="Рисунок 3"/>
          <p:cNvSpPr>
            <a:spLocks noGrp="1"/>
          </p:cNvSpPr>
          <p:nvPr>
            <p:ph type="pic" sz="quarter" idx="13"/>
          </p:nvPr>
        </p:nvSpPr>
        <p:spPr>
          <a:xfrm>
            <a:off x="4042615" y="3717684"/>
            <a:ext cx="2133600" cy="1508564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9" name="Рисунок 3"/>
          <p:cNvSpPr>
            <a:spLocks noGrp="1"/>
          </p:cNvSpPr>
          <p:nvPr>
            <p:ph type="pic" sz="quarter" idx="14"/>
          </p:nvPr>
        </p:nvSpPr>
        <p:spPr>
          <a:xfrm>
            <a:off x="6593310" y="3717684"/>
            <a:ext cx="2133600" cy="1508564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6673919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959909" y="802093"/>
            <a:ext cx="3243123" cy="240583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6" name="Рисунок 3"/>
          <p:cNvSpPr>
            <a:spLocks noGrp="1"/>
          </p:cNvSpPr>
          <p:nvPr>
            <p:ph type="pic" sz="quarter" idx="12"/>
          </p:nvPr>
        </p:nvSpPr>
        <p:spPr>
          <a:xfrm>
            <a:off x="959909" y="3348273"/>
            <a:ext cx="4542533" cy="2698667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7" name="Рисунок 3"/>
          <p:cNvSpPr>
            <a:spLocks noGrp="1"/>
          </p:cNvSpPr>
          <p:nvPr>
            <p:ph type="pic" sz="quarter" idx="13"/>
          </p:nvPr>
        </p:nvSpPr>
        <p:spPr>
          <a:xfrm>
            <a:off x="5630779" y="3348273"/>
            <a:ext cx="5625655" cy="2698667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8" name="Рисунок 3"/>
          <p:cNvSpPr>
            <a:spLocks noGrp="1"/>
          </p:cNvSpPr>
          <p:nvPr>
            <p:ph type="pic" sz="quarter" idx="14"/>
          </p:nvPr>
        </p:nvSpPr>
        <p:spPr>
          <a:xfrm>
            <a:off x="8005011" y="802093"/>
            <a:ext cx="3251423" cy="240583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9" name="Рисунок 3"/>
          <p:cNvSpPr>
            <a:spLocks noGrp="1"/>
          </p:cNvSpPr>
          <p:nvPr>
            <p:ph type="pic" sz="quarter" idx="15"/>
          </p:nvPr>
        </p:nvSpPr>
        <p:spPr>
          <a:xfrm>
            <a:off x="4331369" y="802093"/>
            <a:ext cx="3545305" cy="2405833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4466026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3"/>
          <p:cNvSpPr>
            <a:spLocks noGrp="1"/>
          </p:cNvSpPr>
          <p:nvPr>
            <p:ph type="pic" sz="quarter" idx="10"/>
          </p:nvPr>
        </p:nvSpPr>
        <p:spPr>
          <a:xfrm>
            <a:off x="959909" y="786054"/>
            <a:ext cx="6900723" cy="2582379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2"/>
          </p:nvPr>
        </p:nvSpPr>
        <p:spPr>
          <a:xfrm>
            <a:off x="959909" y="3528720"/>
            <a:ext cx="3243123" cy="2582379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5" name="Рисунок 3"/>
          <p:cNvSpPr>
            <a:spLocks noGrp="1"/>
          </p:cNvSpPr>
          <p:nvPr>
            <p:ph type="pic" sz="quarter" idx="13"/>
          </p:nvPr>
        </p:nvSpPr>
        <p:spPr>
          <a:xfrm>
            <a:off x="4347411" y="3528720"/>
            <a:ext cx="6909023" cy="2582379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8" name="Рисунок 3"/>
          <p:cNvSpPr>
            <a:spLocks noGrp="1"/>
          </p:cNvSpPr>
          <p:nvPr>
            <p:ph type="pic" sz="quarter" idx="14"/>
          </p:nvPr>
        </p:nvSpPr>
        <p:spPr>
          <a:xfrm>
            <a:off x="8013311" y="786054"/>
            <a:ext cx="3243123" cy="2582379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5124167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5">
            <a:extLst>
              <a:ext uri="{FF2B5EF4-FFF2-40B4-BE49-F238E27FC236}">
                <a16:creationId xmlns:a16="http://schemas.microsoft.com/office/drawing/2014/main" id="{25543E9D-65A1-5CC0-5C8C-5B17D0099A07}"/>
              </a:ext>
            </a:extLst>
          </p:cNvPr>
          <p:cNvSpPr/>
          <p:nvPr userDrawn="1"/>
        </p:nvSpPr>
        <p:spPr>
          <a:xfrm>
            <a:off x="977900" y="1121660"/>
            <a:ext cx="2565400" cy="4795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200"/>
          </a:p>
        </p:txBody>
      </p:sp>
      <p:sp>
        <p:nvSpPr>
          <p:cNvPr id="5" name="Рисунок 3"/>
          <p:cNvSpPr>
            <a:spLocks noGrp="1"/>
          </p:cNvSpPr>
          <p:nvPr>
            <p:ph type="pic" sz="quarter" idx="12"/>
          </p:nvPr>
        </p:nvSpPr>
        <p:spPr>
          <a:xfrm>
            <a:off x="8902700" y="1121936"/>
            <a:ext cx="2374905" cy="230653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7" name="Рисунок 3"/>
          <p:cNvSpPr>
            <a:spLocks noGrp="1"/>
          </p:cNvSpPr>
          <p:nvPr>
            <p:ph type="pic" sz="quarter" idx="13"/>
          </p:nvPr>
        </p:nvSpPr>
        <p:spPr>
          <a:xfrm>
            <a:off x="6324600" y="1121936"/>
            <a:ext cx="2374905" cy="4795351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8" name="Рисунок 3"/>
          <p:cNvSpPr>
            <a:spLocks noGrp="1"/>
          </p:cNvSpPr>
          <p:nvPr>
            <p:ph type="pic" sz="quarter" idx="14"/>
          </p:nvPr>
        </p:nvSpPr>
        <p:spPr>
          <a:xfrm>
            <a:off x="3746500" y="1121936"/>
            <a:ext cx="2374905" cy="230653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18" name="Рисунок 3"/>
          <p:cNvSpPr>
            <a:spLocks noGrp="1"/>
          </p:cNvSpPr>
          <p:nvPr>
            <p:ph type="pic" sz="quarter" idx="15"/>
          </p:nvPr>
        </p:nvSpPr>
        <p:spPr>
          <a:xfrm>
            <a:off x="8902700" y="3610752"/>
            <a:ext cx="2374905" cy="230653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20" name="Рисунок 3"/>
          <p:cNvSpPr>
            <a:spLocks noGrp="1"/>
          </p:cNvSpPr>
          <p:nvPr>
            <p:ph type="pic" sz="quarter" idx="17"/>
          </p:nvPr>
        </p:nvSpPr>
        <p:spPr>
          <a:xfrm>
            <a:off x="3746500" y="3610752"/>
            <a:ext cx="2374905" cy="230653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6872638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3"/>
          <p:cNvSpPr>
            <a:spLocks noGrp="1"/>
          </p:cNvSpPr>
          <p:nvPr>
            <p:ph type="pic" sz="quarter" idx="12"/>
          </p:nvPr>
        </p:nvSpPr>
        <p:spPr>
          <a:xfrm>
            <a:off x="8902700" y="1121936"/>
            <a:ext cx="2374905" cy="230653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5" name="Рисунок 3"/>
          <p:cNvSpPr>
            <a:spLocks noGrp="1"/>
          </p:cNvSpPr>
          <p:nvPr>
            <p:ph type="pic" sz="quarter" idx="13"/>
          </p:nvPr>
        </p:nvSpPr>
        <p:spPr>
          <a:xfrm>
            <a:off x="6324600" y="1121936"/>
            <a:ext cx="2374905" cy="4795351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6" name="Рисунок 3"/>
          <p:cNvSpPr>
            <a:spLocks noGrp="1"/>
          </p:cNvSpPr>
          <p:nvPr>
            <p:ph type="pic" sz="quarter" idx="14"/>
          </p:nvPr>
        </p:nvSpPr>
        <p:spPr>
          <a:xfrm>
            <a:off x="3746500" y="1121936"/>
            <a:ext cx="2374905" cy="230653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8" name="Рисунок 3"/>
          <p:cNvSpPr>
            <a:spLocks noGrp="1"/>
          </p:cNvSpPr>
          <p:nvPr>
            <p:ph type="pic" sz="quarter" idx="17"/>
          </p:nvPr>
        </p:nvSpPr>
        <p:spPr>
          <a:xfrm>
            <a:off x="3746500" y="3610752"/>
            <a:ext cx="2374905" cy="230653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9" name="Рисунок 3"/>
          <p:cNvSpPr>
            <a:spLocks noGrp="1"/>
          </p:cNvSpPr>
          <p:nvPr>
            <p:ph type="pic" sz="quarter" idx="18"/>
          </p:nvPr>
        </p:nvSpPr>
        <p:spPr>
          <a:xfrm>
            <a:off x="977900" y="3610752"/>
            <a:ext cx="2565405" cy="2306535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0589130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84364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A76D7C-A694-4266-857D-4CD0E1BD91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12776"/>
            <a:ext cx="10515600" cy="324103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021B4-F9E0-4077-8A76-06AF1764CF1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PROJECT PROPOSAL | Presentation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C38C0B-3C12-4A44-A89F-76BDBE2678D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www.siteexample.com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426B1B-A8F7-4726-91F3-8ABCFCFA463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4087EED-2C44-45B7-952B-683F8BC9A5D1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9593F-0C66-44A4-8AC9-0F0E88EB8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617"/>
            <a:ext cx="10515600" cy="60548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41887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98C0AD-B50E-4D5C-8931-EA7983358F05}"/>
              </a:ext>
            </a:extLst>
          </p:cNvPr>
          <p:cNvSpPr/>
          <p:nvPr userDrawn="1"/>
        </p:nvSpPr>
        <p:spPr>
          <a:xfrm>
            <a:off x="5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A13E2244-C8B5-4EDC-83C8-5C6A439413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1190" y="596900"/>
            <a:ext cx="2538413" cy="1947863"/>
          </a:xfrm>
          <a:custGeom>
            <a:avLst/>
            <a:gdLst>
              <a:gd name="connsiteX0" fmla="*/ 0 w 2538413"/>
              <a:gd name="connsiteY0" fmla="*/ 0 h 1947863"/>
              <a:gd name="connsiteX1" fmla="*/ 2538413 w 2538413"/>
              <a:gd name="connsiteY1" fmla="*/ 0 h 1947863"/>
              <a:gd name="connsiteX2" fmla="*/ 2538413 w 2538413"/>
              <a:gd name="connsiteY2" fmla="*/ 1947863 h 1947863"/>
              <a:gd name="connsiteX3" fmla="*/ 0 w 2538413"/>
              <a:gd name="connsiteY3" fmla="*/ 1947863 h 194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8413" h="1947863">
                <a:moveTo>
                  <a:pt x="0" y="0"/>
                </a:moveTo>
                <a:lnTo>
                  <a:pt x="2538413" y="0"/>
                </a:lnTo>
                <a:lnTo>
                  <a:pt x="2538413" y="1947863"/>
                </a:lnTo>
                <a:lnTo>
                  <a:pt x="0" y="19478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20FBA7A-0EF7-4613-96C0-D5D01CD6AAD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90" y="3557588"/>
            <a:ext cx="2538413" cy="1947863"/>
          </a:xfrm>
          <a:custGeom>
            <a:avLst/>
            <a:gdLst>
              <a:gd name="connsiteX0" fmla="*/ 0 w 2538413"/>
              <a:gd name="connsiteY0" fmla="*/ 0 h 1947863"/>
              <a:gd name="connsiteX1" fmla="*/ 2538413 w 2538413"/>
              <a:gd name="connsiteY1" fmla="*/ 0 h 1947863"/>
              <a:gd name="connsiteX2" fmla="*/ 2538413 w 2538413"/>
              <a:gd name="connsiteY2" fmla="*/ 1947863 h 1947863"/>
              <a:gd name="connsiteX3" fmla="*/ 0 w 2538413"/>
              <a:gd name="connsiteY3" fmla="*/ 1947863 h 194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8413" h="1947863">
                <a:moveTo>
                  <a:pt x="0" y="0"/>
                </a:moveTo>
                <a:lnTo>
                  <a:pt x="2538413" y="0"/>
                </a:lnTo>
                <a:lnTo>
                  <a:pt x="2538413" y="1947863"/>
                </a:lnTo>
                <a:lnTo>
                  <a:pt x="0" y="19478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530E7CE1-C9EB-4BEF-8218-DB1CDA90E4E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23570" y="596900"/>
            <a:ext cx="2538413" cy="1947863"/>
          </a:xfrm>
          <a:custGeom>
            <a:avLst/>
            <a:gdLst>
              <a:gd name="connsiteX0" fmla="*/ 0 w 2538413"/>
              <a:gd name="connsiteY0" fmla="*/ 0 h 1947863"/>
              <a:gd name="connsiteX1" fmla="*/ 2538413 w 2538413"/>
              <a:gd name="connsiteY1" fmla="*/ 0 h 1947863"/>
              <a:gd name="connsiteX2" fmla="*/ 2538413 w 2538413"/>
              <a:gd name="connsiteY2" fmla="*/ 1947863 h 1947863"/>
              <a:gd name="connsiteX3" fmla="*/ 0 w 2538413"/>
              <a:gd name="connsiteY3" fmla="*/ 1947863 h 194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8413" h="1947863">
                <a:moveTo>
                  <a:pt x="0" y="0"/>
                </a:moveTo>
                <a:lnTo>
                  <a:pt x="2538413" y="0"/>
                </a:lnTo>
                <a:lnTo>
                  <a:pt x="2538413" y="1947863"/>
                </a:lnTo>
                <a:lnTo>
                  <a:pt x="0" y="19478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CA39A92E-E12A-4629-BB9A-9576A2A58B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3570" y="3557588"/>
            <a:ext cx="2538413" cy="1947863"/>
          </a:xfrm>
          <a:custGeom>
            <a:avLst/>
            <a:gdLst>
              <a:gd name="connsiteX0" fmla="*/ 0 w 2538413"/>
              <a:gd name="connsiteY0" fmla="*/ 0 h 1947863"/>
              <a:gd name="connsiteX1" fmla="*/ 2538413 w 2538413"/>
              <a:gd name="connsiteY1" fmla="*/ 0 h 1947863"/>
              <a:gd name="connsiteX2" fmla="*/ 2538413 w 2538413"/>
              <a:gd name="connsiteY2" fmla="*/ 1947863 h 1947863"/>
              <a:gd name="connsiteX3" fmla="*/ 0 w 2538413"/>
              <a:gd name="connsiteY3" fmla="*/ 1947863 h 194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8413" h="1947863">
                <a:moveTo>
                  <a:pt x="0" y="0"/>
                </a:moveTo>
                <a:lnTo>
                  <a:pt x="2538413" y="0"/>
                </a:lnTo>
                <a:lnTo>
                  <a:pt x="2538413" y="1947863"/>
                </a:lnTo>
                <a:lnTo>
                  <a:pt x="0" y="19478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03DF42C2-9976-4EC0-838A-842831C11B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35950" y="596900"/>
            <a:ext cx="2538413" cy="1947863"/>
          </a:xfrm>
          <a:custGeom>
            <a:avLst/>
            <a:gdLst>
              <a:gd name="connsiteX0" fmla="*/ 0 w 2538413"/>
              <a:gd name="connsiteY0" fmla="*/ 0 h 1947863"/>
              <a:gd name="connsiteX1" fmla="*/ 2538413 w 2538413"/>
              <a:gd name="connsiteY1" fmla="*/ 0 h 1947863"/>
              <a:gd name="connsiteX2" fmla="*/ 2538413 w 2538413"/>
              <a:gd name="connsiteY2" fmla="*/ 1947863 h 1947863"/>
              <a:gd name="connsiteX3" fmla="*/ 0 w 2538413"/>
              <a:gd name="connsiteY3" fmla="*/ 1947863 h 194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8413" h="1947863">
                <a:moveTo>
                  <a:pt x="0" y="0"/>
                </a:moveTo>
                <a:lnTo>
                  <a:pt x="2538413" y="0"/>
                </a:lnTo>
                <a:lnTo>
                  <a:pt x="2538413" y="1947863"/>
                </a:lnTo>
                <a:lnTo>
                  <a:pt x="0" y="19478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17A92E90-087E-4C1B-ACAC-481C0A30E74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5950" y="3557588"/>
            <a:ext cx="2538413" cy="1947863"/>
          </a:xfrm>
          <a:custGeom>
            <a:avLst/>
            <a:gdLst>
              <a:gd name="connsiteX0" fmla="*/ 0 w 2538413"/>
              <a:gd name="connsiteY0" fmla="*/ 0 h 1947863"/>
              <a:gd name="connsiteX1" fmla="*/ 2538413 w 2538413"/>
              <a:gd name="connsiteY1" fmla="*/ 0 h 1947863"/>
              <a:gd name="connsiteX2" fmla="*/ 2538413 w 2538413"/>
              <a:gd name="connsiteY2" fmla="*/ 1947863 h 1947863"/>
              <a:gd name="connsiteX3" fmla="*/ 0 w 2538413"/>
              <a:gd name="connsiteY3" fmla="*/ 1947863 h 194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8413" h="1947863">
                <a:moveTo>
                  <a:pt x="0" y="0"/>
                </a:moveTo>
                <a:lnTo>
                  <a:pt x="2538413" y="0"/>
                </a:lnTo>
                <a:lnTo>
                  <a:pt x="2538413" y="1947863"/>
                </a:lnTo>
                <a:lnTo>
                  <a:pt x="0" y="19478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C31EFD6-C3D5-45DA-AD4A-1F5722E0C05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8329" y="596900"/>
            <a:ext cx="2538413" cy="1947863"/>
          </a:xfrm>
          <a:custGeom>
            <a:avLst/>
            <a:gdLst>
              <a:gd name="connsiteX0" fmla="*/ 0 w 2538413"/>
              <a:gd name="connsiteY0" fmla="*/ 0 h 1947863"/>
              <a:gd name="connsiteX1" fmla="*/ 2538413 w 2538413"/>
              <a:gd name="connsiteY1" fmla="*/ 0 h 1947863"/>
              <a:gd name="connsiteX2" fmla="*/ 2538413 w 2538413"/>
              <a:gd name="connsiteY2" fmla="*/ 1947863 h 1947863"/>
              <a:gd name="connsiteX3" fmla="*/ 0 w 2538413"/>
              <a:gd name="connsiteY3" fmla="*/ 1947863 h 194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8413" h="1947863">
                <a:moveTo>
                  <a:pt x="0" y="0"/>
                </a:moveTo>
                <a:lnTo>
                  <a:pt x="2538413" y="0"/>
                </a:lnTo>
                <a:lnTo>
                  <a:pt x="2538413" y="1947863"/>
                </a:lnTo>
                <a:lnTo>
                  <a:pt x="0" y="19478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B939B246-7A06-4F32-945C-C46E4DBE0B5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48329" y="3557588"/>
            <a:ext cx="2538413" cy="1947863"/>
          </a:xfrm>
          <a:custGeom>
            <a:avLst/>
            <a:gdLst>
              <a:gd name="connsiteX0" fmla="*/ 0 w 2538413"/>
              <a:gd name="connsiteY0" fmla="*/ 0 h 1947863"/>
              <a:gd name="connsiteX1" fmla="*/ 2538413 w 2538413"/>
              <a:gd name="connsiteY1" fmla="*/ 0 h 1947863"/>
              <a:gd name="connsiteX2" fmla="*/ 2538413 w 2538413"/>
              <a:gd name="connsiteY2" fmla="*/ 1947863 h 1947863"/>
              <a:gd name="connsiteX3" fmla="*/ 0 w 2538413"/>
              <a:gd name="connsiteY3" fmla="*/ 1947863 h 1947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8413" h="1947863">
                <a:moveTo>
                  <a:pt x="0" y="0"/>
                </a:moveTo>
                <a:lnTo>
                  <a:pt x="2538413" y="0"/>
                </a:lnTo>
                <a:lnTo>
                  <a:pt x="2538413" y="1947863"/>
                </a:lnTo>
                <a:lnTo>
                  <a:pt x="0" y="19478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839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98C0AD-B50E-4D5C-8931-EA7983358F05}"/>
              </a:ext>
            </a:extLst>
          </p:cNvPr>
          <p:cNvSpPr/>
          <p:nvPr userDrawn="1"/>
        </p:nvSpPr>
        <p:spPr>
          <a:xfrm>
            <a:off x="5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B54FAF6-1B06-4332-9809-C4C92E230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193" y="359617"/>
            <a:ext cx="10515600" cy="605483"/>
          </a:xfrm>
          <a:prstGeom prst="rect">
            <a:avLst/>
          </a:prstGeom>
        </p:spPr>
        <p:txBody>
          <a:bodyPr/>
          <a:lstStyle>
            <a:lvl1pPr algn="l">
              <a:defRPr sz="3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455CC906-FC48-4553-9F6D-6E1858B0947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3193" y="1441552"/>
            <a:ext cx="3384376" cy="1872207"/>
          </a:xfrm>
          <a:custGeom>
            <a:avLst/>
            <a:gdLst>
              <a:gd name="connsiteX0" fmla="*/ 0 w 3384376"/>
              <a:gd name="connsiteY0" fmla="*/ 0 h 1872207"/>
              <a:gd name="connsiteX1" fmla="*/ 3384376 w 3384376"/>
              <a:gd name="connsiteY1" fmla="*/ 0 h 1872207"/>
              <a:gd name="connsiteX2" fmla="*/ 3384376 w 3384376"/>
              <a:gd name="connsiteY2" fmla="*/ 1872207 h 1872207"/>
              <a:gd name="connsiteX3" fmla="*/ 0 w 3384376"/>
              <a:gd name="connsiteY3" fmla="*/ 1872207 h 1872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376" h="1872207">
                <a:moveTo>
                  <a:pt x="0" y="0"/>
                </a:moveTo>
                <a:lnTo>
                  <a:pt x="3384376" y="0"/>
                </a:lnTo>
                <a:lnTo>
                  <a:pt x="3384376" y="1872207"/>
                </a:lnTo>
                <a:lnTo>
                  <a:pt x="0" y="18722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653C7BA-32A0-406C-9B10-C68F0B917B8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00027" y="1441552"/>
            <a:ext cx="3384376" cy="1872207"/>
          </a:xfrm>
          <a:custGeom>
            <a:avLst/>
            <a:gdLst>
              <a:gd name="connsiteX0" fmla="*/ 0 w 3384376"/>
              <a:gd name="connsiteY0" fmla="*/ 0 h 1872207"/>
              <a:gd name="connsiteX1" fmla="*/ 3384376 w 3384376"/>
              <a:gd name="connsiteY1" fmla="*/ 0 h 1872207"/>
              <a:gd name="connsiteX2" fmla="*/ 3384376 w 3384376"/>
              <a:gd name="connsiteY2" fmla="*/ 1872207 h 1872207"/>
              <a:gd name="connsiteX3" fmla="*/ 0 w 3384376"/>
              <a:gd name="connsiteY3" fmla="*/ 1872207 h 1872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376" h="1872207">
                <a:moveTo>
                  <a:pt x="0" y="0"/>
                </a:moveTo>
                <a:lnTo>
                  <a:pt x="3384376" y="0"/>
                </a:lnTo>
                <a:lnTo>
                  <a:pt x="3384376" y="1872207"/>
                </a:lnTo>
                <a:lnTo>
                  <a:pt x="0" y="18722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5" name="Picture Placeholder 26">
            <a:extLst>
              <a:ext uri="{FF2B5EF4-FFF2-40B4-BE49-F238E27FC236}">
                <a16:creationId xmlns:a16="http://schemas.microsoft.com/office/drawing/2014/main" id="{0E59F78D-14A8-4119-9FAE-AF3B4188B9B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86116" y="1412776"/>
            <a:ext cx="3384376" cy="1872207"/>
          </a:xfrm>
          <a:custGeom>
            <a:avLst/>
            <a:gdLst>
              <a:gd name="connsiteX0" fmla="*/ 0 w 3384376"/>
              <a:gd name="connsiteY0" fmla="*/ 0 h 1872207"/>
              <a:gd name="connsiteX1" fmla="*/ 3384376 w 3384376"/>
              <a:gd name="connsiteY1" fmla="*/ 0 h 1872207"/>
              <a:gd name="connsiteX2" fmla="*/ 3384376 w 3384376"/>
              <a:gd name="connsiteY2" fmla="*/ 1872207 h 1872207"/>
              <a:gd name="connsiteX3" fmla="*/ 0 w 3384376"/>
              <a:gd name="connsiteY3" fmla="*/ 1872207 h 1872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376" h="1872207">
                <a:moveTo>
                  <a:pt x="0" y="0"/>
                </a:moveTo>
                <a:lnTo>
                  <a:pt x="3384376" y="0"/>
                </a:lnTo>
                <a:lnTo>
                  <a:pt x="3384376" y="1872207"/>
                </a:lnTo>
                <a:lnTo>
                  <a:pt x="0" y="18722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BB9EB06D-892F-47F1-91DF-CA2BEB27A0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9327" y="6357138"/>
            <a:ext cx="1530609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i="0">
                <a:solidFill>
                  <a:schemeClr val="bg1"/>
                </a:solidFill>
              </a:defRPr>
            </a:lvl1pPr>
          </a:lstStyle>
          <a:p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www.siteexample.com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9" name="Date Placeholder 5">
            <a:extLst>
              <a:ext uri="{FF2B5EF4-FFF2-40B4-BE49-F238E27FC236}">
                <a16:creationId xmlns:a16="http://schemas.microsoft.com/office/drawing/2014/main" id="{F0CCE787-F055-4B75-B606-2180C85DD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7408" y="6323028"/>
            <a:ext cx="2952328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-50" baseline="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PROJECT PROPOSAL | </a:t>
            </a:r>
            <a:r>
              <a:rPr lang="en-US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Presentation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E7CABAB2-DEA1-4BFA-B953-01D2CA3A0C3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23193" y="6348674"/>
            <a:ext cx="222675" cy="223032"/>
          </a:xfrm>
          <a:custGeom>
            <a:avLst/>
            <a:gdLst>
              <a:gd name="T0" fmla="*/ 312 w 789"/>
              <a:gd name="T1" fmla="*/ 487 h 790"/>
              <a:gd name="T2" fmla="*/ 394 w 789"/>
              <a:gd name="T3" fmla="*/ 487 h 790"/>
              <a:gd name="T4" fmla="*/ 571 w 789"/>
              <a:gd name="T5" fmla="*/ 339 h 790"/>
              <a:gd name="T6" fmla="*/ 394 w 789"/>
              <a:gd name="T7" fmla="*/ 192 h 790"/>
              <a:gd name="T8" fmla="*/ 218 w 789"/>
              <a:gd name="T9" fmla="*/ 192 h 790"/>
              <a:gd name="T10" fmla="*/ 218 w 789"/>
              <a:gd name="T11" fmla="*/ 599 h 790"/>
              <a:gd name="T12" fmla="*/ 312 w 789"/>
              <a:gd name="T13" fmla="*/ 599 h 790"/>
              <a:gd name="T14" fmla="*/ 312 w 789"/>
              <a:gd name="T15" fmla="*/ 487 h 790"/>
              <a:gd name="T16" fmla="*/ 312 w 789"/>
              <a:gd name="T17" fmla="*/ 268 h 790"/>
              <a:gd name="T18" fmla="*/ 389 w 789"/>
              <a:gd name="T19" fmla="*/ 268 h 790"/>
              <a:gd name="T20" fmla="*/ 475 w 789"/>
              <a:gd name="T21" fmla="*/ 339 h 790"/>
              <a:gd name="T22" fmla="*/ 389 w 789"/>
              <a:gd name="T23" fmla="*/ 410 h 790"/>
              <a:gd name="T24" fmla="*/ 312 w 789"/>
              <a:gd name="T25" fmla="*/ 410 h 790"/>
              <a:gd name="T26" fmla="*/ 312 w 789"/>
              <a:gd name="T27" fmla="*/ 268 h 790"/>
              <a:gd name="T28" fmla="*/ 0 w 789"/>
              <a:gd name="T29" fmla="*/ 0 h 790"/>
              <a:gd name="T30" fmla="*/ 0 w 789"/>
              <a:gd name="T31" fmla="*/ 790 h 790"/>
              <a:gd name="T32" fmla="*/ 789 w 789"/>
              <a:gd name="T33" fmla="*/ 790 h 790"/>
              <a:gd name="T34" fmla="*/ 789 w 789"/>
              <a:gd name="T35" fmla="*/ 0 h 790"/>
              <a:gd name="T36" fmla="*/ 0 w 789"/>
              <a:gd name="T37" fmla="*/ 0 h 790"/>
              <a:gd name="T38" fmla="*/ 709 w 789"/>
              <a:gd name="T39" fmla="*/ 710 h 790"/>
              <a:gd name="T40" fmla="*/ 79 w 789"/>
              <a:gd name="T41" fmla="*/ 710 h 790"/>
              <a:gd name="T42" fmla="*/ 79 w 789"/>
              <a:gd name="T43" fmla="*/ 80 h 790"/>
              <a:gd name="T44" fmla="*/ 709 w 789"/>
              <a:gd name="T45" fmla="*/ 80 h 790"/>
              <a:gd name="T46" fmla="*/ 709 w 789"/>
              <a:gd name="T47" fmla="*/ 710 h 7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789" h="790">
                <a:moveTo>
                  <a:pt x="312" y="487"/>
                </a:moveTo>
                <a:cubicBezTo>
                  <a:pt x="394" y="487"/>
                  <a:pt x="394" y="487"/>
                  <a:pt x="394" y="487"/>
                </a:cubicBezTo>
                <a:cubicBezTo>
                  <a:pt x="503" y="487"/>
                  <a:pt x="571" y="430"/>
                  <a:pt x="571" y="339"/>
                </a:cubicBezTo>
                <a:cubicBezTo>
                  <a:pt x="571" y="248"/>
                  <a:pt x="503" y="192"/>
                  <a:pt x="394" y="192"/>
                </a:cubicBezTo>
                <a:cubicBezTo>
                  <a:pt x="218" y="192"/>
                  <a:pt x="218" y="192"/>
                  <a:pt x="218" y="192"/>
                </a:cubicBezTo>
                <a:cubicBezTo>
                  <a:pt x="218" y="599"/>
                  <a:pt x="218" y="599"/>
                  <a:pt x="218" y="599"/>
                </a:cubicBezTo>
                <a:cubicBezTo>
                  <a:pt x="312" y="599"/>
                  <a:pt x="312" y="599"/>
                  <a:pt x="312" y="599"/>
                </a:cubicBezTo>
                <a:lnTo>
                  <a:pt x="312" y="487"/>
                </a:lnTo>
                <a:close/>
                <a:moveTo>
                  <a:pt x="312" y="268"/>
                </a:moveTo>
                <a:cubicBezTo>
                  <a:pt x="389" y="268"/>
                  <a:pt x="389" y="268"/>
                  <a:pt x="389" y="268"/>
                </a:cubicBezTo>
                <a:cubicBezTo>
                  <a:pt x="446" y="268"/>
                  <a:pt x="475" y="295"/>
                  <a:pt x="475" y="339"/>
                </a:cubicBezTo>
                <a:cubicBezTo>
                  <a:pt x="475" y="384"/>
                  <a:pt x="446" y="410"/>
                  <a:pt x="389" y="410"/>
                </a:cubicBezTo>
                <a:cubicBezTo>
                  <a:pt x="312" y="410"/>
                  <a:pt x="312" y="410"/>
                  <a:pt x="312" y="410"/>
                </a:cubicBezTo>
                <a:lnTo>
                  <a:pt x="312" y="268"/>
                </a:lnTo>
                <a:close/>
                <a:moveTo>
                  <a:pt x="0" y="0"/>
                </a:moveTo>
                <a:cubicBezTo>
                  <a:pt x="0" y="790"/>
                  <a:pt x="0" y="790"/>
                  <a:pt x="0" y="790"/>
                </a:cubicBezTo>
                <a:cubicBezTo>
                  <a:pt x="789" y="790"/>
                  <a:pt x="789" y="790"/>
                  <a:pt x="789" y="790"/>
                </a:cubicBezTo>
                <a:cubicBezTo>
                  <a:pt x="789" y="0"/>
                  <a:pt x="789" y="0"/>
                  <a:pt x="789" y="0"/>
                </a:cubicBezTo>
                <a:lnTo>
                  <a:pt x="0" y="0"/>
                </a:lnTo>
                <a:close/>
                <a:moveTo>
                  <a:pt x="709" y="710"/>
                </a:moveTo>
                <a:cubicBezTo>
                  <a:pt x="79" y="710"/>
                  <a:pt x="79" y="710"/>
                  <a:pt x="79" y="710"/>
                </a:cubicBezTo>
                <a:cubicBezTo>
                  <a:pt x="79" y="80"/>
                  <a:pt x="79" y="80"/>
                  <a:pt x="79" y="80"/>
                </a:cubicBezTo>
                <a:cubicBezTo>
                  <a:pt x="709" y="80"/>
                  <a:pt x="709" y="80"/>
                  <a:pt x="709" y="80"/>
                </a:cubicBezTo>
                <a:lnTo>
                  <a:pt x="709" y="7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9DD264A-6B2D-469E-8CF7-5D291B51356E}"/>
              </a:ext>
            </a:extLst>
          </p:cNvPr>
          <p:cNvSpPr/>
          <p:nvPr userDrawn="1"/>
        </p:nvSpPr>
        <p:spPr>
          <a:xfrm>
            <a:off x="3913652" y="6419852"/>
            <a:ext cx="80677" cy="806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 19">
            <a:extLst>
              <a:ext uri="{FF2B5EF4-FFF2-40B4-BE49-F238E27FC236}">
                <a16:creationId xmlns:a16="http://schemas.microsoft.com/office/drawing/2014/main" id="{716A4F56-B738-4B8C-BDF5-EAB09DE9673F}"/>
              </a:ext>
            </a:extLst>
          </p:cNvPr>
          <p:cNvSpPr>
            <a:spLocks/>
          </p:cNvSpPr>
          <p:nvPr userDrawn="1"/>
        </p:nvSpPr>
        <p:spPr bwMode="auto">
          <a:xfrm>
            <a:off x="11537433" y="332656"/>
            <a:ext cx="432898" cy="431218"/>
          </a:xfrm>
          <a:custGeom>
            <a:avLst/>
            <a:gdLst>
              <a:gd name="T0" fmla="*/ 162 w 324"/>
              <a:gd name="T1" fmla="*/ 0 h 323"/>
              <a:gd name="T2" fmla="*/ 48 w 324"/>
              <a:gd name="T3" fmla="*/ 47 h 323"/>
              <a:gd name="T4" fmla="*/ 0 w 324"/>
              <a:gd name="T5" fmla="*/ 162 h 323"/>
              <a:gd name="T6" fmla="*/ 162 w 324"/>
              <a:gd name="T7" fmla="*/ 323 h 323"/>
              <a:gd name="T8" fmla="*/ 324 w 324"/>
              <a:gd name="T9" fmla="*/ 162 h 323"/>
              <a:gd name="T10" fmla="*/ 276 w 324"/>
              <a:gd name="T11" fmla="*/ 47 h 323"/>
              <a:gd name="T12" fmla="*/ 162 w 324"/>
              <a:gd name="T13" fmla="*/ 0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323">
                <a:moveTo>
                  <a:pt x="162" y="0"/>
                </a:moveTo>
                <a:cubicBezTo>
                  <a:pt x="119" y="0"/>
                  <a:pt x="78" y="17"/>
                  <a:pt x="48" y="47"/>
                </a:cubicBezTo>
                <a:cubicBezTo>
                  <a:pt x="17" y="78"/>
                  <a:pt x="0" y="118"/>
                  <a:pt x="0" y="162"/>
                </a:cubicBezTo>
                <a:cubicBezTo>
                  <a:pt x="0" y="251"/>
                  <a:pt x="73" y="323"/>
                  <a:pt x="162" y="323"/>
                </a:cubicBezTo>
                <a:cubicBezTo>
                  <a:pt x="251" y="323"/>
                  <a:pt x="324" y="251"/>
                  <a:pt x="324" y="162"/>
                </a:cubicBezTo>
                <a:cubicBezTo>
                  <a:pt x="324" y="118"/>
                  <a:pt x="307" y="78"/>
                  <a:pt x="276" y="47"/>
                </a:cubicBezTo>
                <a:cubicBezTo>
                  <a:pt x="246" y="17"/>
                  <a:pt x="205" y="0"/>
                  <a:pt x="16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3" name="Slide Number Placeholder 13">
            <a:extLst>
              <a:ext uri="{FF2B5EF4-FFF2-40B4-BE49-F238E27FC236}">
                <a16:creationId xmlns:a16="http://schemas.microsoft.com/office/drawing/2014/main" id="{29CADCE4-46C0-4F6E-8546-A40AC05375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87" y="411103"/>
            <a:ext cx="651079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defRPr>
            </a:lvl1pPr>
          </a:lstStyle>
          <a:p>
            <a:fld id="{12ECA992-A3F4-43F5-9894-C8C908A8F4D0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630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98C0AD-B50E-4D5C-8931-EA7983358F05}"/>
              </a:ext>
            </a:extLst>
          </p:cNvPr>
          <p:cNvSpPr/>
          <p:nvPr userDrawn="1"/>
        </p:nvSpPr>
        <p:spPr>
          <a:xfrm>
            <a:off x="5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B54FAF6-1B06-4332-9809-C4C92E230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193" y="359617"/>
            <a:ext cx="10515600" cy="605483"/>
          </a:xfrm>
          <a:prstGeom prst="rect">
            <a:avLst/>
          </a:prstGeom>
        </p:spPr>
        <p:txBody>
          <a:bodyPr/>
          <a:lstStyle>
            <a:lvl1pPr algn="l">
              <a:defRPr sz="3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19C6FAFF-BD96-4416-9EE1-6564963D4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9327" y="6357138"/>
            <a:ext cx="1530609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i="0">
                <a:solidFill>
                  <a:schemeClr val="bg1"/>
                </a:solidFill>
              </a:defRPr>
            </a:lvl1pPr>
          </a:lstStyle>
          <a:p>
            <a:r>
              <a:rPr lang="en-US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www.siteexample.com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Date Placeholder 5">
            <a:extLst>
              <a:ext uri="{FF2B5EF4-FFF2-40B4-BE49-F238E27FC236}">
                <a16:creationId xmlns:a16="http://schemas.microsoft.com/office/drawing/2014/main" id="{5D98EB7F-0722-4988-91A3-194CB70326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7408" y="6323028"/>
            <a:ext cx="2952328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-50" baseline="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PROJECT PROPOSAL | </a:t>
            </a:r>
            <a:r>
              <a:rPr lang="en-US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Presentation</a:t>
            </a:r>
            <a:endParaRPr lang="en-US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BA233D6B-1EA8-4611-A9BE-184661DCCFF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23193" y="6348674"/>
            <a:ext cx="222675" cy="223032"/>
          </a:xfrm>
          <a:custGeom>
            <a:avLst/>
            <a:gdLst>
              <a:gd name="T0" fmla="*/ 312 w 789"/>
              <a:gd name="T1" fmla="*/ 487 h 790"/>
              <a:gd name="T2" fmla="*/ 394 w 789"/>
              <a:gd name="T3" fmla="*/ 487 h 790"/>
              <a:gd name="T4" fmla="*/ 571 w 789"/>
              <a:gd name="T5" fmla="*/ 339 h 790"/>
              <a:gd name="T6" fmla="*/ 394 w 789"/>
              <a:gd name="T7" fmla="*/ 192 h 790"/>
              <a:gd name="T8" fmla="*/ 218 w 789"/>
              <a:gd name="T9" fmla="*/ 192 h 790"/>
              <a:gd name="T10" fmla="*/ 218 w 789"/>
              <a:gd name="T11" fmla="*/ 599 h 790"/>
              <a:gd name="T12" fmla="*/ 312 w 789"/>
              <a:gd name="T13" fmla="*/ 599 h 790"/>
              <a:gd name="T14" fmla="*/ 312 w 789"/>
              <a:gd name="T15" fmla="*/ 487 h 790"/>
              <a:gd name="T16" fmla="*/ 312 w 789"/>
              <a:gd name="T17" fmla="*/ 268 h 790"/>
              <a:gd name="T18" fmla="*/ 389 w 789"/>
              <a:gd name="T19" fmla="*/ 268 h 790"/>
              <a:gd name="T20" fmla="*/ 475 w 789"/>
              <a:gd name="T21" fmla="*/ 339 h 790"/>
              <a:gd name="T22" fmla="*/ 389 w 789"/>
              <a:gd name="T23" fmla="*/ 410 h 790"/>
              <a:gd name="T24" fmla="*/ 312 w 789"/>
              <a:gd name="T25" fmla="*/ 410 h 790"/>
              <a:gd name="T26" fmla="*/ 312 w 789"/>
              <a:gd name="T27" fmla="*/ 268 h 790"/>
              <a:gd name="T28" fmla="*/ 0 w 789"/>
              <a:gd name="T29" fmla="*/ 0 h 790"/>
              <a:gd name="T30" fmla="*/ 0 w 789"/>
              <a:gd name="T31" fmla="*/ 790 h 790"/>
              <a:gd name="T32" fmla="*/ 789 w 789"/>
              <a:gd name="T33" fmla="*/ 790 h 790"/>
              <a:gd name="T34" fmla="*/ 789 w 789"/>
              <a:gd name="T35" fmla="*/ 0 h 790"/>
              <a:gd name="T36" fmla="*/ 0 w 789"/>
              <a:gd name="T37" fmla="*/ 0 h 790"/>
              <a:gd name="T38" fmla="*/ 709 w 789"/>
              <a:gd name="T39" fmla="*/ 710 h 790"/>
              <a:gd name="T40" fmla="*/ 79 w 789"/>
              <a:gd name="T41" fmla="*/ 710 h 790"/>
              <a:gd name="T42" fmla="*/ 79 w 789"/>
              <a:gd name="T43" fmla="*/ 80 h 790"/>
              <a:gd name="T44" fmla="*/ 709 w 789"/>
              <a:gd name="T45" fmla="*/ 80 h 790"/>
              <a:gd name="T46" fmla="*/ 709 w 789"/>
              <a:gd name="T47" fmla="*/ 710 h 7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789" h="790">
                <a:moveTo>
                  <a:pt x="312" y="487"/>
                </a:moveTo>
                <a:cubicBezTo>
                  <a:pt x="394" y="487"/>
                  <a:pt x="394" y="487"/>
                  <a:pt x="394" y="487"/>
                </a:cubicBezTo>
                <a:cubicBezTo>
                  <a:pt x="503" y="487"/>
                  <a:pt x="571" y="430"/>
                  <a:pt x="571" y="339"/>
                </a:cubicBezTo>
                <a:cubicBezTo>
                  <a:pt x="571" y="248"/>
                  <a:pt x="503" y="192"/>
                  <a:pt x="394" y="192"/>
                </a:cubicBezTo>
                <a:cubicBezTo>
                  <a:pt x="218" y="192"/>
                  <a:pt x="218" y="192"/>
                  <a:pt x="218" y="192"/>
                </a:cubicBezTo>
                <a:cubicBezTo>
                  <a:pt x="218" y="599"/>
                  <a:pt x="218" y="599"/>
                  <a:pt x="218" y="599"/>
                </a:cubicBezTo>
                <a:cubicBezTo>
                  <a:pt x="312" y="599"/>
                  <a:pt x="312" y="599"/>
                  <a:pt x="312" y="599"/>
                </a:cubicBezTo>
                <a:lnTo>
                  <a:pt x="312" y="487"/>
                </a:lnTo>
                <a:close/>
                <a:moveTo>
                  <a:pt x="312" y="268"/>
                </a:moveTo>
                <a:cubicBezTo>
                  <a:pt x="389" y="268"/>
                  <a:pt x="389" y="268"/>
                  <a:pt x="389" y="268"/>
                </a:cubicBezTo>
                <a:cubicBezTo>
                  <a:pt x="446" y="268"/>
                  <a:pt x="475" y="295"/>
                  <a:pt x="475" y="339"/>
                </a:cubicBezTo>
                <a:cubicBezTo>
                  <a:pt x="475" y="384"/>
                  <a:pt x="446" y="410"/>
                  <a:pt x="389" y="410"/>
                </a:cubicBezTo>
                <a:cubicBezTo>
                  <a:pt x="312" y="410"/>
                  <a:pt x="312" y="410"/>
                  <a:pt x="312" y="410"/>
                </a:cubicBezTo>
                <a:lnTo>
                  <a:pt x="312" y="268"/>
                </a:lnTo>
                <a:close/>
                <a:moveTo>
                  <a:pt x="0" y="0"/>
                </a:moveTo>
                <a:cubicBezTo>
                  <a:pt x="0" y="790"/>
                  <a:pt x="0" y="790"/>
                  <a:pt x="0" y="790"/>
                </a:cubicBezTo>
                <a:cubicBezTo>
                  <a:pt x="789" y="790"/>
                  <a:pt x="789" y="790"/>
                  <a:pt x="789" y="790"/>
                </a:cubicBezTo>
                <a:cubicBezTo>
                  <a:pt x="789" y="0"/>
                  <a:pt x="789" y="0"/>
                  <a:pt x="789" y="0"/>
                </a:cubicBezTo>
                <a:lnTo>
                  <a:pt x="0" y="0"/>
                </a:lnTo>
                <a:close/>
                <a:moveTo>
                  <a:pt x="709" y="710"/>
                </a:moveTo>
                <a:cubicBezTo>
                  <a:pt x="79" y="710"/>
                  <a:pt x="79" y="710"/>
                  <a:pt x="79" y="710"/>
                </a:cubicBezTo>
                <a:cubicBezTo>
                  <a:pt x="79" y="80"/>
                  <a:pt x="79" y="80"/>
                  <a:pt x="79" y="80"/>
                </a:cubicBezTo>
                <a:cubicBezTo>
                  <a:pt x="709" y="80"/>
                  <a:pt x="709" y="80"/>
                  <a:pt x="709" y="80"/>
                </a:cubicBezTo>
                <a:lnTo>
                  <a:pt x="709" y="7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69EB9FD-DA4D-49BD-8123-A8F17AF40062}"/>
              </a:ext>
            </a:extLst>
          </p:cNvPr>
          <p:cNvSpPr/>
          <p:nvPr userDrawn="1"/>
        </p:nvSpPr>
        <p:spPr>
          <a:xfrm>
            <a:off x="3913652" y="6419852"/>
            <a:ext cx="80677" cy="806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19">
            <a:extLst>
              <a:ext uri="{FF2B5EF4-FFF2-40B4-BE49-F238E27FC236}">
                <a16:creationId xmlns:a16="http://schemas.microsoft.com/office/drawing/2014/main" id="{0D41F764-16D8-420C-BA2C-47DC060AA7F8}"/>
              </a:ext>
            </a:extLst>
          </p:cNvPr>
          <p:cNvSpPr>
            <a:spLocks/>
          </p:cNvSpPr>
          <p:nvPr userDrawn="1"/>
        </p:nvSpPr>
        <p:spPr bwMode="auto">
          <a:xfrm>
            <a:off x="11537433" y="332656"/>
            <a:ext cx="432898" cy="431218"/>
          </a:xfrm>
          <a:custGeom>
            <a:avLst/>
            <a:gdLst>
              <a:gd name="T0" fmla="*/ 162 w 324"/>
              <a:gd name="T1" fmla="*/ 0 h 323"/>
              <a:gd name="T2" fmla="*/ 48 w 324"/>
              <a:gd name="T3" fmla="*/ 47 h 323"/>
              <a:gd name="T4" fmla="*/ 0 w 324"/>
              <a:gd name="T5" fmla="*/ 162 h 323"/>
              <a:gd name="T6" fmla="*/ 162 w 324"/>
              <a:gd name="T7" fmla="*/ 323 h 323"/>
              <a:gd name="T8" fmla="*/ 324 w 324"/>
              <a:gd name="T9" fmla="*/ 162 h 323"/>
              <a:gd name="T10" fmla="*/ 276 w 324"/>
              <a:gd name="T11" fmla="*/ 47 h 323"/>
              <a:gd name="T12" fmla="*/ 162 w 324"/>
              <a:gd name="T13" fmla="*/ 0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323">
                <a:moveTo>
                  <a:pt x="162" y="0"/>
                </a:moveTo>
                <a:cubicBezTo>
                  <a:pt x="119" y="0"/>
                  <a:pt x="78" y="17"/>
                  <a:pt x="48" y="47"/>
                </a:cubicBezTo>
                <a:cubicBezTo>
                  <a:pt x="17" y="78"/>
                  <a:pt x="0" y="118"/>
                  <a:pt x="0" y="162"/>
                </a:cubicBezTo>
                <a:cubicBezTo>
                  <a:pt x="0" y="251"/>
                  <a:pt x="73" y="323"/>
                  <a:pt x="162" y="323"/>
                </a:cubicBezTo>
                <a:cubicBezTo>
                  <a:pt x="251" y="323"/>
                  <a:pt x="324" y="251"/>
                  <a:pt x="324" y="162"/>
                </a:cubicBezTo>
                <a:cubicBezTo>
                  <a:pt x="324" y="118"/>
                  <a:pt x="307" y="78"/>
                  <a:pt x="276" y="47"/>
                </a:cubicBezTo>
                <a:cubicBezTo>
                  <a:pt x="246" y="17"/>
                  <a:pt x="205" y="0"/>
                  <a:pt x="16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" name="Slide Number Placeholder 13">
            <a:extLst>
              <a:ext uri="{FF2B5EF4-FFF2-40B4-BE49-F238E27FC236}">
                <a16:creationId xmlns:a16="http://schemas.microsoft.com/office/drawing/2014/main" id="{1FEC5683-170F-42E4-962D-0911F83B27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87" y="411103"/>
            <a:ext cx="651079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defRPr>
            </a:lvl1pPr>
          </a:lstStyle>
          <a:p>
            <a:fld id="{12ECA992-A3F4-43F5-9894-C8C908A8F4D0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118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98C0AD-B50E-4D5C-8931-EA7983358F05}"/>
              </a:ext>
            </a:extLst>
          </p:cNvPr>
          <p:cNvSpPr/>
          <p:nvPr userDrawn="1"/>
        </p:nvSpPr>
        <p:spPr>
          <a:xfrm>
            <a:off x="5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06172C6-76DE-4875-85B6-4966C4B57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50207" y="2103730"/>
            <a:ext cx="2660705" cy="2660703"/>
          </a:xfrm>
          <a:custGeom>
            <a:avLst/>
            <a:gdLst>
              <a:gd name="connsiteX0" fmla="*/ 1609726 w 3219452"/>
              <a:gd name="connsiteY0" fmla="*/ 0 h 3219450"/>
              <a:gd name="connsiteX1" fmla="*/ 3219452 w 3219452"/>
              <a:gd name="connsiteY1" fmla="*/ 1609725 h 3219450"/>
              <a:gd name="connsiteX2" fmla="*/ 1609726 w 3219452"/>
              <a:gd name="connsiteY2" fmla="*/ 3219450 h 3219450"/>
              <a:gd name="connsiteX3" fmla="*/ 0 w 3219452"/>
              <a:gd name="connsiteY3" fmla="*/ 1609725 h 3219450"/>
              <a:gd name="connsiteX4" fmla="*/ 1609726 w 3219452"/>
              <a:gd name="connsiteY4" fmla="*/ 0 h 3219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19452" h="3219450">
                <a:moveTo>
                  <a:pt x="1609726" y="0"/>
                </a:moveTo>
                <a:cubicBezTo>
                  <a:pt x="2498753" y="0"/>
                  <a:pt x="3219452" y="720698"/>
                  <a:pt x="3219452" y="1609725"/>
                </a:cubicBezTo>
                <a:cubicBezTo>
                  <a:pt x="3219452" y="2498752"/>
                  <a:pt x="2498753" y="3219450"/>
                  <a:pt x="1609726" y="3219450"/>
                </a:cubicBezTo>
                <a:cubicBezTo>
                  <a:pt x="720699" y="3219450"/>
                  <a:pt x="0" y="2498752"/>
                  <a:pt x="0" y="1609725"/>
                </a:cubicBezTo>
                <a:cubicBezTo>
                  <a:pt x="0" y="720698"/>
                  <a:pt x="720699" y="0"/>
                  <a:pt x="160972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700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98C0AD-B50E-4D5C-8931-EA7983358F05}"/>
              </a:ext>
            </a:extLst>
          </p:cNvPr>
          <p:cNvSpPr/>
          <p:nvPr userDrawn="1"/>
        </p:nvSpPr>
        <p:spPr>
          <a:xfrm>
            <a:off x="5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AE4A25D-3286-4E3F-80C8-3F807694B3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86157" y="0"/>
            <a:ext cx="7505842" cy="6857996"/>
          </a:xfrm>
          <a:custGeom>
            <a:avLst/>
            <a:gdLst>
              <a:gd name="connsiteX0" fmla="*/ 6375684 w 7505842"/>
              <a:gd name="connsiteY0" fmla="*/ 0 h 6857996"/>
              <a:gd name="connsiteX1" fmla="*/ 7505842 w 7505842"/>
              <a:gd name="connsiteY1" fmla="*/ 0 h 6857996"/>
              <a:gd name="connsiteX2" fmla="*/ 7505842 w 7505842"/>
              <a:gd name="connsiteY2" fmla="*/ 3281148 h 6857996"/>
              <a:gd name="connsiteX3" fmla="*/ 3972674 w 7505842"/>
              <a:gd name="connsiteY3" fmla="*/ 6857996 h 6857996"/>
              <a:gd name="connsiteX4" fmla="*/ 1792269 w 7505842"/>
              <a:gd name="connsiteY4" fmla="*/ 6857996 h 6857996"/>
              <a:gd name="connsiteX5" fmla="*/ 1792269 w 7505842"/>
              <a:gd name="connsiteY5" fmla="*/ 4651609 h 6857996"/>
              <a:gd name="connsiteX6" fmla="*/ 3647325 w 7505842"/>
              <a:gd name="connsiteY6" fmla="*/ 0 h 6857996"/>
              <a:gd name="connsiteX7" fmla="*/ 5833436 w 7505842"/>
              <a:gd name="connsiteY7" fmla="*/ 0 h 6857996"/>
              <a:gd name="connsiteX8" fmla="*/ 0 w 7505842"/>
              <a:gd name="connsiteY8" fmla="*/ 5925400 h 6857996"/>
              <a:gd name="connsiteX9" fmla="*/ 0 w 7505842"/>
              <a:gd name="connsiteY9" fmla="*/ 3713327 h 6857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505842" h="6857996">
                <a:moveTo>
                  <a:pt x="6375684" y="0"/>
                </a:moveTo>
                <a:lnTo>
                  <a:pt x="7505842" y="0"/>
                </a:lnTo>
                <a:lnTo>
                  <a:pt x="7505842" y="3281148"/>
                </a:lnTo>
                <a:lnTo>
                  <a:pt x="3972674" y="6857996"/>
                </a:lnTo>
                <a:lnTo>
                  <a:pt x="1792269" y="6857996"/>
                </a:lnTo>
                <a:lnTo>
                  <a:pt x="1792269" y="4651609"/>
                </a:lnTo>
                <a:close/>
                <a:moveTo>
                  <a:pt x="3647325" y="0"/>
                </a:moveTo>
                <a:lnTo>
                  <a:pt x="5833436" y="0"/>
                </a:lnTo>
                <a:lnTo>
                  <a:pt x="0" y="5925400"/>
                </a:lnTo>
                <a:lnTo>
                  <a:pt x="0" y="371332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520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B54FAF6-1B06-4332-9809-C4C92E230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193" y="359617"/>
            <a:ext cx="10515600" cy="605483"/>
          </a:xfrm>
          <a:prstGeom prst="rect">
            <a:avLst/>
          </a:prstGeom>
        </p:spPr>
        <p:txBody>
          <a:bodyPr/>
          <a:lstStyle>
            <a:lvl1pPr algn="l">
              <a:defRPr sz="3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227ED963-86A7-40FD-BE42-B6E3C253B59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31590" y="1504988"/>
            <a:ext cx="4201428" cy="4873652"/>
          </a:xfrm>
          <a:custGeom>
            <a:avLst/>
            <a:gdLst>
              <a:gd name="connsiteX0" fmla="*/ 4201428 w 4201428"/>
              <a:gd name="connsiteY0" fmla="*/ 0 h 4873652"/>
              <a:gd name="connsiteX1" fmla="*/ 4201428 w 4201428"/>
              <a:gd name="connsiteY1" fmla="*/ 4873652 h 4873652"/>
              <a:gd name="connsiteX2" fmla="*/ 0 w 4201428"/>
              <a:gd name="connsiteY2" fmla="*/ 2436826 h 4873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01428" h="4873652">
                <a:moveTo>
                  <a:pt x="4201428" y="0"/>
                </a:moveTo>
                <a:lnTo>
                  <a:pt x="4201428" y="4873652"/>
                </a:lnTo>
                <a:lnTo>
                  <a:pt x="0" y="243682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E5EE0847-FD66-4A5A-89D0-5800029284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9327" y="6357138"/>
            <a:ext cx="1530609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i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www.siteexample.com</a:t>
            </a:r>
          </a:p>
        </p:txBody>
      </p:sp>
      <p:sp>
        <p:nvSpPr>
          <p:cNvPr id="15" name="Date Placeholder 5">
            <a:extLst>
              <a:ext uri="{FF2B5EF4-FFF2-40B4-BE49-F238E27FC236}">
                <a16:creationId xmlns:a16="http://schemas.microsoft.com/office/drawing/2014/main" id="{32220463-122A-4ED9-9F32-2932973EAA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7408" y="6323028"/>
            <a:ext cx="2952328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-50" baseline="0">
                <a:solidFill>
                  <a:schemeClr val="tx2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PROJECT PROPOSAL |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Presentation</a:t>
            </a:r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35B0C33D-D422-4E41-B2DF-AF0FE458806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23193" y="6348674"/>
            <a:ext cx="222675" cy="223032"/>
          </a:xfrm>
          <a:custGeom>
            <a:avLst/>
            <a:gdLst>
              <a:gd name="T0" fmla="*/ 312 w 789"/>
              <a:gd name="T1" fmla="*/ 487 h 790"/>
              <a:gd name="T2" fmla="*/ 394 w 789"/>
              <a:gd name="T3" fmla="*/ 487 h 790"/>
              <a:gd name="T4" fmla="*/ 571 w 789"/>
              <a:gd name="T5" fmla="*/ 339 h 790"/>
              <a:gd name="T6" fmla="*/ 394 w 789"/>
              <a:gd name="T7" fmla="*/ 192 h 790"/>
              <a:gd name="T8" fmla="*/ 218 w 789"/>
              <a:gd name="T9" fmla="*/ 192 h 790"/>
              <a:gd name="T10" fmla="*/ 218 w 789"/>
              <a:gd name="T11" fmla="*/ 599 h 790"/>
              <a:gd name="T12" fmla="*/ 312 w 789"/>
              <a:gd name="T13" fmla="*/ 599 h 790"/>
              <a:gd name="T14" fmla="*/ 312 w 789"/>
              <a:gd name="T15" fmla="*/ 487 h 790"/>
              <a:gd name="T16" fmla="*/ 312 w 789"/>
              <a:gd name="T17" fmla="*/ 268 h 790"/>
              <a:gd name="T18" fmla="*/ 389 w 789"/>
              <a:gd name="T19" fmla="*/ 268 h 790"/>
              <a:gd name="T20" fmla="*/ 475 w 789"/>
              <a:gd name="T21" fmla="*/ 339 h 790"/>
              <a:gd name="T22" fmla="*/ 389 w 789"/>
              <a:gd name="T23" fmla="*/ 410 h 790"/>
              <a:gd name="T24" fmla="*/ 312 w 789"/>
              <a:gd name="T25" fmla="*/ 410 h 790"/>
              <a:gd name="T26" fmla="*/ 312 w 789"/>
              <a:gd name="T27" fmla="*/ 268 h 790"/>
              <a:gd name="T28" fmla="*/ 0 w 789"/>
              <a:gd name="T29" fmla="*/ 0 h 790"/>
              <a:gd name="T30" fmla="*/ 0 w 789"/>
              <a:gd name="T31" fmla="*/ 790 h 790"/>
              <a:gd name="T32" fmla="*/ 789 w 789"/>
              <a:gd name="T33" fmla="*/ 790 h 790"/>
              <a:gd name="T34" fmla="*/ 789 w 789"/>
              <a:gd name="T35" fmla="*/ 0 h 790"/>
              <a:gd name="T36" fmla="*/ 0 w 789"/>
              <a:gd name="T37" fmla="*/ 0 h 790"/>
              <a:gd name="T38" fmla="*/ 709 w 789"/>
              <a:gd name="T39" fmla="*/ 710 h 790"/>
              <a:gd name="T40" fmla="*/ 79 w 789"/>
              <a:gd name="T41" fmla="*/ 710 h 790"/>
              <a:gd name="T42" fmla="*/ 79 w 789"/>
              <a:gd name="T43" fmla="*/ 80 h 790"/>
              <a:gd name="T44" fmla="*/ 709 w 789"/>
              <a:gd name="T45" fmla="*/ 80 h 790"/>
              <a:gd name="T46" fmla="*/ 709 w 789"/>
              <a:gd name="T47" fmla="*/ 710 h 7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789" h="790">
                <a:moveTo>
                  <a:pt x="312" y="487"/>
                </a:moveTo>
                <a:cubicBezTo>
                  <a:pt x="394" y="487"/>
                  <a:pt x="394" y="487"/>
                  <a:pt x="394" y="487"/>
                </a:cubicBezTo>
                <a:cubicBezTo>
                  <a:pt x="503" y="487"/>
                  <a:pt x="571" y="430"/>
                  <a:pt x="571" y="339"/>
                </a:cubicBezTo>
                <a:cubicBezTo>
                  <a:pt x="571" y="248"/>
                  <a:pt x="503" y="192"/>
                  <a:pt x="394" y="192"/>
                </a:cubicBezTo>
                <a:cubicBezTo>
                  <a:pt x="218" y="192"/>
                  <a:pt x="218" y="192"/>
                  <a:pt x="218" y="192"/>
                </a:cubicBezTo>
                <a:cubicBezTo>
                  <a:pt x="218" y="599"/>
                  <a:pt x="218" y="599"/>
                  <a:pt x="218" y="599"/>
                </a:cubicBezTo>
                <a:cubicBezTo>
                  <a:pt x="312" y="599"/>
                  <a:pt x="312" y="599"/>
                  <a:pt x="312" y="599"/>
                </a:cubicBezTo>
                <a:lnTo>
                  <a:pt x="312" y="487"/>
                </a:lnTo>
                <a:close/>
                <a:moveTo>
                  <a:pt x="312" y="268"/>
                </a:moveTo>
                <a:cubicBezTo>
                  <a:pt x="389" y="268"/>
                  <a:pt x="389" y="268"/>
                  <a:pt x="389" y="268"/>
                </a:cubicBezTo>
                <a:cubicBezTo>
                  <a:pt x="446" y="268"/>
                  <a:pt x="475" y="295"/>
                  <a:pt x="475" y="339"/>
                </a:cubicBezTo>
                <a:cubicBezTo>
                  <a:pt x="475" y="384"/>
                  <a:pt x="446" y="410"/>
                  <a:pt x="389" y="410"/>
                </a:cubicBezTo>
                <a:cubicBezTo>
                  <a:pt x="312" y="410"/>
                  <a:pt x="312" y="410"/>
                  <a:pt x="312" y="410"/>
                </a:cubicBezTo>
                <a:lnTo>
                  <a:pt x="312" y="268"/>
                </a:lnTo>
                <a:close/>
                <a:moveTo>
                  <a:pt x="0" y="0"/>
                </a:moveTo>
                <a:cubicBezTo>
                  <a:pt x="0" y="790"/>
                  <a:pt x="0" y="790"/>
                  <a:pt x="0" y="790"/>
                </a:cubicBezTo>
                <a:cubicBezTo>
                  <a:pt x="789" y="790"/>
                  <a:pt x="789" y="790"/>
                  <a:pt x="789" y="790"/>
                </a:cubicBezTo>
                <a:cubicBezTo>
                  <a:pt x="789" y="0"/>
                  <a:pt x="789" y="0"/>
                  <a:pt x="789" y="0"/>
                </a:cubicBezTo>
                <a:lnTo>
                  <a:pt x="0" y="0"/>
                </a:lnTo>
                <a:close/>
                <a:moveTo>
                  <a:pt x="709" y="710"/>
                </a:moveTo>
                <a:cubicBezTo>
                  <a:pt x="79" y="710"/>
                  <a:pt x="79" y="710"/>
                  <a:pt x="79" y="710"/>
                </a:cubicBezTo>
                <a:cubicBezTo>
                  <a:pt x="79" y="80"/>
                  <a:pt x="79" y="80"/>
                  <a:pt x="79" y="80"/>
                </a:cubicBezTo>
                <a:cubicBezTo>
                  <a:pt x="709" y="80"/>
                  <a:pt x="709" y="80"/>
                  <a:pt x="709" y="80"/>
                </a:cubicBezTo>
                <a:lnTo>
                  <a:pt x="709" y="7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069EBE1-CDCD-4928-8CE6-1492434D2260}"/>
              </a:ext>
            </a:extLst>
          </p:cNvPr>
          <p:cNvSpPr/>
          <p:nvPr userDrawn="1"/>
        </p:nvSpPr>
        <p:spPr>
          <a:xfrm>
            <a:off x="3913652" y="6419852"/>
            <a:ext cx="80677" cy="806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9A1CA827-D34B-4662-8BC3-EED94016F7E2}"/>
              </a:ext>
            </a:extLst>
          </p:cNvPr>
          <p:cNvSpPr>
            <a:spLocks/>
          </p:cNvSpPr>
          <p:nvPr userDrawn="1"/>
        </p:nvSpPr>
        <p:spPr bwMode="auto">
          <a:xfrm>
            <a:off x="11537433" y="332656"/>
            <a:ext cx="432898" cy="431218"/>
          </a:xfrm>
          <a:custGeom>
            <a:avLst/>
            <a:gdLst>
              <a:gd name="T0" fmla="*/ 162 w 324"/>
              <a:gd name="T1" fmla="*/ 0 h 323"/>
              <a:gd name="T2" fmla="*/ 48 w 324"/>
              <a:gd name="T3" fmla="*/ 47 h 323"/>
              <a:gd name="T4" fmla="*/ 0 w 324"/>
              <a:gd name="T5" fmla="*/ 162 h 323"/>
              <a:gd name="T6" fmla="*/ 162 w 324"/>
              <a:gd name="T7" fmla="*/ 323 h 323"/>
              <a:gd name="T8" fmla="*/ 324 w 324"/>
              <a:gd name="T9" fmla="*/ 162 h 323"/>
              <a:gd name="T10" fmla="*/ 276 w 324"/>
              <a:gd name="T11" fmla="*/ 47 h 323"/>
              <a:gd name="T12" fmla="*/ 162 w 324"/>
              <a:gd name="T13" fmla="*/ 0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323">
                <a:moveTo>
                  <a:pt x="162" y="0"/>
                </a:moveTo>
                <a:cubicBezTo>
                  <a:pt x="119" y="0"/>
                  <a:pt x="78" y="17"/>
                  <a:pt x="48" y="47"/>
                </a:cubicBezTo>
                <a:cubicBezTo>
                  <a:pt x="17" y="78"/>
                  <a:pt x="0" y="118"/>
                  <a:pt x="0" y="162"/>
                </a:cubicBezTo>
                <a:cubicBezTo>
                  <a:pt x="0" y="251"/>
                  <a:pt x="73" y="323"/>
                  <a:pt x="162" y="323"/>
                </a:cubicBezTo>
                <a:cubicBezTo>
                  <a:pt x="251" y="323"/>
                  <a:pt x="324" y="251"/>
                  <a:pt x="324" y="162"/>
                </a:cubicBezTo>
                <a:cubicBezTo>
                  <a:pt x="324" y="118"/>
                  <a:pt x="307" y="78"/>
                  <a:pt x="276" y="47"/>
                </a:cubicBezTo>
                <a:cubicBezTo>
                  <a:pt x="246" y="17"/>
                  <a:pt x="205" y="0"/>
                  <a:pt x="16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" name="Slide Number Placeholder 13">
            <a:extLst>
              <a:ext uri="{FF2B5EF4-FFF2-40B4-BE49-F238E27FC236}">
                <a16:creationId xmlns:a16="http://schemas.microsoft.com/office/drawing/2014/main" id="{DA2F5D39-895B-46C9-8A49-A5D7D0971E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87" y="411103"/>
            <a:ext cx="651079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defRPr>
            </a:lvl1pPr>
          </a:lstStyle>
          <a:p>
            <a:fld id="{12ECA992-A3F4-43F5-9894-C8C908A8F4D0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658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C70EEF-C2DB-4621-8E5A-8463701BE8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5880" y="1046420"/>
            <a:ext cx="2160240" cy="2160240"/>
          </a:xfrm>
          <a:custGeom>
            <a:avLst/>
            <a:gdLst>
              <a:gd name="connsiteX0" fmla="*/ 0 w 2160240"/>
              <a:gd name="connsiteY0" fmla="*/ 0 h 2160240"/>
              <a:gd name="connsiteX1" fmla="*/ 2160240 w 2160240"/>
              <a:gd name="connsiteY1" fmla="*/ 0 h 2160240"/>
              <a:gd name="connsiteX2" fmla="*/ 2160240 w 2160240"/>
              <a:gd name="connsiteY2" fmla="*/ 2160240 h 2160240"/>
              <a:gd name="connsiteX3" fmla="*/ 0 w 2160240"/>
              <a:gd name="connsiteY3" fmla="*/ 216024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0240" h="2160240">
                <a:moveTo>
                  <a:pt x="0" y="0"/>
                </a:moveTo>
                <a:lnTo>
                  <a:pt x="2160240" y="0"/>
                </a:lnTo>
                <a:lnTo>
                  <a:pt x="2160240" y="2160240"/>
                </a:lnTo>
                <a:lnTo>
                  <a:pt x="0" y="21602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098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66CE2AE-12A5-4C9A-8993-41DA9731A60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24192" y="763398"/>
            <a:ext cx="3505481" cy="4986507"/>
          </a:xfrm>
          <a:custGeom>
            <a:avLst/>
            <a:gdLst>
              <a:gd name="connsiteX0" fmla="*/ 0 w 3505481"/>
              <a:gd name="connsiteY0" fmla="*/ 0 h 4986507"/>
              <a:gd name="connsiteX1" fmla="*/ 3505481 w 3505481"/>
              <a:gd name="connsiteY1" fmla="*/ 0 h 4986507"/>
              <a:gd name="connsiteX2" fmla="*/ 3505481 w 3505481"/>
              <a:gd name="connsiteY2" fmla="*/ 4986507 h 4986507"/>
              <a:gd name="connsiteX3" fmla="*/ 0 w 3505481"/>
              <a:gd name="connsiteY3" fmla="*/ 4986507 h 4986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481" h="4986507">
                <a:moveTo>
                  <a:pt x="0" y="0"/>
                </a:moveTo>
                <a:lnTo>
                  <a:pt x="3505481" y="0"/>
                </a:lnTo>
                <a:lnTo>
                  <a:pt x="3505481" y="4986507"/>
                </a:lnTo>
                <a:lnTo>
                  <a:pt x="0" y="49865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05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66CE2AE-12A5-4C9A-8993-41DA9731A60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15480" y="1844824"/>
            <a:ext cx="2897092" cy="4201348"/>
          </a:xfrm>
          <a:custGeom>
            <a:avLst/>
            <a:gdLst>
              <a:gd name="connsiteX0" fmla="*/ 0 w 3505481"/>
              <a:gd name="connsiteY0" fmla="*/ 0 h 4986507"/>
              <a:gd name="connsiteX1" fmla="*/ 3505481 w 3505481"/>
              <a:gd name="connsiteY1" fmla="*/ 0 h 4986507"/>
              <a:gd name="connsiteX2" fmla="*/ 3505481 w 3505481"/>
              <a:gd name="connsiteY2" fmla="*/ 4986507 h 4986507"/>
              <a:gd name="connsiteX3" fmla="*/ 0 w 3505481"/>
              <a:gd name="connsiteY3" fmla="*/ 4986507 h 4986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5481" h="4986507">
                <a:moveTo>
                  <a:pt x="0" y="0"/>
                </a:moveTo>
                <a:lnTo>
                  <a:pt x="3505481" y="0"/>
                </a:lnTo>
                <a:lnTo>
                  <a:pt x="3505481" y="4986507"/>
                </a:lnTo>
                <a:lnTo>
                  <a:pt x="0" y="49865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526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98C0AD-B50E-4D5C-8931-EA7983358F05}"/>
              </a:ext>
            </a:extLst>
          </p:cNvPr>
          <p:cNvSpPr/>
          <p:nvPr userDrawn="1"/>
        </p:nvSpPr>
        <p:spPr>
          <a:xfrm>
            <a:off x="5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984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3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">
            <a:extLst>
              <a:ext uri="{FF2B5EF4-FFF2-40B4-BE49-F238E27FC236}">
                <a16:creationId xmlns:a16="http://schemas.microsoft.com/office/drawing/2014/main" id="{BDE0F4A1-A616-42FD-BF52-4152959259D9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51" y="0"/>
            <a:ext cx="12191950" cy="6857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Picture Placeholder 38">
            <a:extLst>
              <a:ext uri="{FF2B5EF4-FFF2-40B4-BE49-F238E27FC236}">
                <a16:creationId xmlns:a16="http://schemas.microsoft.com/office/drawing/2014/main" id="{F108EEB1-4F00-485F-96E6-7CB85E39D5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61503" y="0"/>
            <a:ext cx="2856620" cy="3353187"/>
          </a:xfrm>
          <a:custGeom>
            <a:avLst/>
            <a:gdLst>
              <a:gd name="connsiteX0" fmla="*/ 0 w 2856620"/>
              <a:gd name="connsiteY0" fmla="*/ 0 h 3353187"/>
              <a:gd name="connsiteX1" fmla="*/ 2856620 w 2856620"/>
              <a:gd name="connsiteY1" fmla="*/ 0 h 3353187"/>
              <a:gd name="connsiteX2" fmla="*/ 2856620 w 2856620"/>
              <a:gd name="connsiteY2" fmla="*/ 3353187 h 3353187"/>
              <a:gd name="connsiteX3" fmla="*/ 0 w 2856620"/>
              <a:gd name="connsiteY3" fmla="*/ 3353187 h 3353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6620" h="3353187">
                <a:moveTo>
                  <a:pt x="0" y="0"/>
                </a:moveTo>
                <a:lnTo>
                  <a:pt x="2856620" y="0"/>
                </a:lnTo>
                <a:lnTo>
                  <a:pt x="2856620" y="3353187"/>
                </a:lnTo>
                <a:lnTo>
                  <a:pt x="0" y="335318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Picture Placeholder 39">
            <a:extLst>
              <a:ext uri="{FF2B5EF4-FFF2-40B4-BE49-F238E27FC236}">
                <a16:creationId xmlns:a16="http://schemas.microsoft.com/office/drawing/2014/main" id="{7CADCE19-79BE-40B6-8F77-ABF058849CA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72221" y="0"/>
            <a:ext cx="2856620" cy="3353187"/>
          </a:xfrm>
          <a:custGeom>
            <a:avLst/>
            <a:gdLst>
              <a:gd name="connsiteX0" fmla="*/ 0 w 2856620"/>
              <a:gd name="connsiteY0" fmla="*/ 0 h 3353187"/>
              <a:gd name="connsiteX1" fmla="*/ 2856620 w 2856620"/>
              <a:gd name="connsiteY1" fmla="*/ 0 h 3353187"/>
              <a:gd name="connsiteX2" fmla="*/ 2856620 w 2856620"/>
              <a:gd name="connsiteY2" fmla="*/ 3353187 h 3353187"/>
              <a:gd name="connsiteX3" fmla="*/ 0 w 2856620"/>
              <a:gd name="connsiteY3" fmla="*/ 3353187 h 3353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6620" h="3353187">
                <a:moveTo>
                  <a:pt x="0" y="0"/>
                </a:moveTo>
                <a:lnTo>
                  <a:pt x="2856620" y="0"/>
                </a:lnTo>
                <a:lnTo>
                  <a:pt x="2856620" y="3353187"/>
                </a:lnTo>
                <a:lnTo>
                  <a:pt x="0" y="335318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40">
            <a:extLst>
              <a:ext uri="{FF2B5EF4-FFF2-40B4-BE49-F238E27FC236}">
                <a16:creationId xmlns:a16="http://schemas.microsoft.com/office/drawing/2014/main" id="{D27451DD-52DB-492B-9047-D3A8E7A1685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81282" y="0"/>
            <a:ext cx="3010719" cy="3353187"/>
          </a:xfrm>
          <a:custGeom>
            <a:avLst/>
            <a:gdLst>
              <a:gd name="connsiteX0" fmla="*/ 0 w 3010719"/>
              <a:gd name="connsiteY0" fmla="*/ 0 h 3353187"/>
              <a:gd name="connsiteX1" fmla="*/ 3010719 w 3010719"/>
              <a:gd name="connsiteY1" fmla="*/ 0 h 3353187"/>
              <a:gd name="connsiteX2" fmla="*/ 3010719 w 3010719"/>
              <a:gd name="connsiteY2" fmla="*/ 3353187 h 3353187"/>
              <a:gd name="connsiteX3" fmla="*/ 0 w 3010719"/>
              <a:gd name="connsiteY3" fmla="*/ 3353187 h 3353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0719" h="3353187">
                <a:moveTo>
                  <a:pt x="0" y="0"/>
                </a:moveTo>
                <a:lnTo>
                  <a:pt x="3010719" y="0"/>
                </a:lnTo>
                <a:lnTo>
                  <a:pt x="3010719" y="3353187"/>
                </a:lnTo>
                <a:lnTo>
                  <a:pt x="0" y="335318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35">
            <a:extLst>
              <a:ext uri="{FF2B5EF4-FFF2-40B4-BE49-F238E27FC236}">
                <a16:creationId xmlns:a16="http://schemas.microsoft.com/office/drawing/2014/main" id="{0B07F111-B039-4010-8214-315559781B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500771"/>
            <a:ext cx="3007405" cy="3356361"/>
          </a:xfrm>
          <a:custGeom>
            <a:avLst/>
            <a:gdLst>
              <a:gd name="connsiteX0" fmla="*/ 0 w 3007405"/>
              <a:gd name="connsiteY0" fmla="*/ 0 h 3356361"/>
              <a:gd name="connsiteX1" fmla="*/ 3007405 w 3007405"/>
              <a:gd name="connsiteY1" fmla="*/ 0 h 3356361"/>
              <a:gd name="connsiteX2" fmla="*/ 3007405 w 3007405"/>
              <a:gd name="connsiteY2" fmla="*/ 3356361 h 3356361"/>
              <a:gd name="connsiteX3" fmla="*/ 0 w 3007405"/>
              <a:gd name="connsiteY3" fmla="*/ 3356361 h 3356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07405" h="3356361">
                <a:moveTo>
                  <a:pt x="0" y="0"/>
                </a:moveTo>
                <a:lnTo>
                  <a:pt x="3007405" y="0"/>
                </a:lnTo>
                <a:lnTo>
                  <a:pt x="3007405" y="3356361"/>
                </a:lnTo>
                <a:lnTo>
                  <a:pt x="0" y="335636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36">
            <a:extLst>
              <a:ext uri="{FF2B5EF4-FFF2-40B4-BE49-F238E27FC236}">
                <a16:creationId xmlns:a16="http://schemas.microsoft.com/office/drawing/2014/main" id="{9D2D51DF-1A55-43F9-AEB0-BBF6632BF80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61503" y="3500771"/>
            <a:ext cx="2856620" cy="3356361"/>
          </a:xfrm>
          <a:custGeom>
            <a:avLst/>
            <a:gdLst>
              <a:gd name="connsiteX0" fmla="*/ 0 w 2856620"/>
              <a:gd name="connsiteY0" fmla="*/ 0 h 3356361"/>
              <a:gd name="connsiteX1" fmla="*/ 2856620 w 2856620"/>
              <a:gd name="connsiteY1" fmla="*/ 0 h 3356361"/>
              <a:gd name="connsiteX2" fmla="*/ 2856620 w 2856620"/>
              <a:gd name="connsiteY2" fmla="*/ 3356361 h 3356361"/>
              <a:gd name="connsiteX3" fmla="*/ 0 w 2856620"/>
              <a:gd name="connsiteY3" fmla="*/ 3356361 h 3356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6620" h="3356361">
                <a:moveTo>
                  <a:pt x="0" y="0"/>
                </a:moveTo>
                <a:lnTo>
                  <a:pt x="2856620" y="0"/>
                </a:lnTo>
                <a:lnTo>
                  <a:pt x="2856620" y="3356361"/>
                </a:lnTo>
                <a:lnTo>
                  <a:pt x="0" y="335636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37">
            <a:extLst>
              <a:ext uri="{FF2B5EF4-FFF2-40B4-BE49-F238E27FC236}">
                <a16:creationId xmlns:a16="http://schemas.microsoft.com/office/drawing/2014/main" id="{6014DE29-24BC-4560-BDA6-A3E47678D41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72221" y="3500771"/>
            <a:ext cx="2856620" cy="3356361"/>
          </a:xfrm>
          <a:custGeom>
            <a:avLst/>
            <a:gdLst>
              <a:gd name="connsiteX0" fmla="*/ 0 w 2856620"/>
              <a:gd name="connsiteY0" fmla="*/ 0 h 3356361"/>
              <a:gd name="connsiteX1" fmla="*/ 2856620 w 2856620"/>
              <a:gd name="connsiteY1" fmla="*/ 0 h 3356361"/>
              <a:gd name="connsiteX2" fmla="*/ 2856620 w 2856620"/>
              <a:gd name="connsiteY2" fmla="*/ 3356361 h 3356361"/>
              <a:gd name="connsiteX3" fmla="*/ 0 w 2856620"/>
              <a:gd name="connsiteY3" fmla="*/ 3356361 h 3356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56620" h="3356361">
                <a:moveTo>
                  <a:pt x="0" y="0"/>
                </a:moveTo>
                <a:lnTo>
                  <a:pt x="2856620" y="0"/>
                </a:lnTo>
                <a:lnTo>
                  <a:pt x="2856620" y="3356361"/>
                </a:lnTo>
                <a:lnTo>
                  <a:pt x="0" y="335636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322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9DD205A6-377E-459C-83FF-F823F0ECA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68134" y="1189264"/>
            <a:ext cx="2551732" cy="2551727"/>
          </a:xfrm>
          <a:custGeom>
            <a:avLst/>
            <a:gdLst>
              <a:gd name="connsiteX0" fmla="*/ 958577 w 1917154"/>
              <a:gd name="connsiteY0" fmla="*/ 0 h 1917150"/>
              <a:gd name="connsiteX1" fmla="*/ 1917154 w 1917154"/>
              <a:gd name="connsiteY1" fmla="*/ 958575 h 1917150"/>
              <a:gd name="connsiteX2" fmla="*/ 958577 w 1917154"/>
              <a:gd name="connsiteY2" fmla="*/ 1917150 h 1917150"/>
              <a:gd name="connsiteX3" fmla="*/ 0 w 1917154"/>
              <a:gd name="connsiteY3" fmla="*/ 958575 h 1917150"/>
              <a:gd name="connsiteX4" fmla="*/ 958577 w 1917154"/>
              <a:gd name="connsiteY4" fmla="*/ 0 h 191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7154" h="1917150">
                <a:moveTo>
                  <a:pt x="958577" y="0"/>
                </a:moveTo>
                <a:cubicBezTo>
                  <a:pt x="1487984" y="0"/>
                  <a:pt x="1917154" y="429169"/>
                  <a:pt x="1917154" y="958575"/>
                </a:cubicBezTo>
                <a:cubicBezTo>
                  <a:pt x="1917154" y="1487981"/>
                  <a:pt x="1487984" y="1917150"/>
                  <a:pt x="958577" y="1917150"/>
                </a:cubicBezTo>
                <a:cubicBezTo>
                  <a:pt x="429170" y="1917150"/>
                  <a:pt x="0" y="1487981"/>
                  <a:pt x="0" y="958575"/>
                </a:cubicBezTo>
                <a:cubicBezTo>
                  <a:pt x="0" y="429169"/>
                  <a:pt x="429170" y="0"/>
                  <a:pt x="95857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92E55E86-E19A-447A-B651-35A4A146600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72134" y="1189264"/>
            <a:ext cx="2551732" cy="2551727"/>
          </a:xfrm>
          <a:custGeom>
            <a:avLst/>
            <a:gdLst>
              <a:gd name="connsiteX0" fmla="*/ 958577 w 1917154"/>
              <a:gd name="connsiteY0" fmla="*/ 0 h 1917150"/>
              <a:gd name="connsiteX1" fmla="*/ 1917154 w 1917154"/>
              <a:gd name="connsiteY1" fmla="*/ 958575 h 1917150"/>
              <a:gd name="connsiteX2" fmla="*/ 958577 w 1917154"/>
              <a:gd name="connsiteY2" fmla="*/ 1917150 h 1917150"/>
              <a:gd name="connsiteX3" fmla="*/ 0 w 1917154"/>
              <a:gd name="connsiteY3" fmla="*/ 958575 h 1917150"/>
              <a:gd name="connsiteX4" fmla="*/ 958577 w 1917154"/>
              <a:gd name="connsiteY4" fmla="*/ 0 h 191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7154" h="1917150">
                <a:moveTo>
                  <a:pt x="958577" y="0"/>
                </a:moveTo>
                <a:cubicBezTo>
                  <a:pt x="1487984" y="0"/>
                  <a:pt x="1917154" y="429169"/>
                  <a:pt x="1917154" y="958575"/>
                </a:cubicBezTo>
                <a:cubicBezTo>
                  <a:pt x="1917154" y="1487981"/>
                  <a:pt x="1487984" y="1917150"/>
                  <a:pt x="958577" y="1917150"/>
                </a:cubicBezTo>
                <a:cubicBezTo>
                  <a:pt x="429170" y="1917150"/>
                  <a:pt x="0" y="1487981"/>
                  <a:pt x="0" y="958575"/>
                </a:cubicBezTo>
                <a:cubicBezTo>
                  <a:pt x="0" y="429169"/>
                  <a:pt x="429170" y="0"/>
                  <a:pt x="95857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040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8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810B29E-8563-4CB3-93B5-B45864D7C1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84672" y="1412776"/>
            <a:ext cx="3415184" cy="3961942"/>
          </a:xfrm>
          <a:custGeom>
            <a:avLst/>
            <a:gdLst/>
            <a:ahLst/>
            <a:cxnLst/>
            <a:rect l="l" t="t" r="r" b="b"/>
            <a:pathLst>
              <a:path w="2565878" h="2976665">
                <a:moveTo>
                  <a:pt x="1370435" y="1"/>
                </a:moveTo>
                <a:cubicBezTo>
                  <a:pt x="1563937" y="-83"/>
                  <a:pt x="1753566" y="20408"/>
                  <a:pt x="1939321" y="61477"/>
                </a:cubicBezTo>
                <a:cubicBezTo>
                  <a:pt x="2125075" y="102545"/>
                  <a:pt x="2293279" y="164696"/>
                  <a:pt x="2443931" y="247930"/>
                </a:cubicBezTo>
                <a:lnTo>
                  <a:pt x="2155316" y="943000"/>
                </a:lnTo>
                <a:cubicBezTo>
                  <a:pt x="1874882" y="801380"/>
                  <a:pt x="1610541" y="730908"/>
                  <a:pt x="1362294" y="731584"/>
                </a:cubicBezTo>
                <a:cubicBezTo>
                  <a:pt x="1223983" y="732940"/>
                  <a:pt x="1127140" y="750558"/>
                  <a:pt x="1071765" y="784439"/>
                </a:cubicBezTo>
                <a:cubicBezTo>
                  <a:pt x="1016390" y="818320"/>
                  <a:pt x="989762" y="860332"/>
                  <a:pt x="991882" y="910475"/>
                </a:cubicBezTo>
                <a:cubicBezTo>
                  <a:pt x="996079" y="976172"/>
                  <a:pt x="1050645" y="1024663"/>
                  <a:pt x="1155577" y="1055948"/>
                </a:cubicBezTo>
                <a:cubicBezTo>
                  <a:pt x="1260511" y="1087233"/>
                  <a:pt x="1390628" y="1116994"/>
                  <a:pt x="1545929" y="1145233"/>
                </a:cubicBezTo>
                <a:cubicBezTo>
                  <a:pt x="1701230" y="1173471"/>
                  <a:pt x="1856531" y="1215869"/>
                  <a:pt x="2011832" y="1272428"/>
                </a:cubicBezTo>
                <a:cubicBezTo>
                  <a:pt x="2167133" y="1328986"/>
                  <a:pt x="2297250" y="1415386"/>
                  <a:pt x="2402183" y="1531630"/>
                </a:cubicBezTo>
                <a:cubicBezTo>
                  <a:pt x="2507116" y="1647873"/>
                  <a:pt x="2561681" y="1809642"/>
                  <a:pt x="2565878" y="2016938"/>
                </a:cubicBezTo>
                <a:cubicBezTo>
                  <a:pt x="2565857" y="2192735"/>
                  <a:pt x="2516669" y="2352828"/>
                  <a:pt x="2418316" y="2497214"/>
                </a:cubicBezTo>
                <a:cubicBezTo>
                  <a:pt x="2319962" y="2641600"/>
                  <a:pt x="2172575" y="2757054"/>
                  <a:pt x="1976153" y="2843576"/>
                </a:cubicBezTo>
                <a:cubicBezTo>
                  <a:pt x="1779732" y="2930097"/>
                  <a:pt x="1534407" y="2974460"/>
                  <a:pt x="1240180" y="2976665"/>
                </a:cubicBezTo>
                <a:cubicBezTo>
                  <a:pt x="998070" y="2975394"/>
                  <a:pt x="767453" y="2948469"/>
                  <a:pt x="548329" y="2895886"/>
                </a:cubicBezTo>
                <a:cubicBezTo>
                  <a:pt x="329205" y="2843304"/>
                  <a:pt x="146429" y="2772687"/>
                  <a:pt x="0" y="2684034"/>
                </a:cubicBezTo>
                <a:lnTo>
                  <a:pt x="308964" y="1984345"/>
                </a:lnTo>
                <a:cubicBezTo>
                  <a:pt x="445896" y="2064722"/>
                  <a:pt x="596824" y="2128039"/>
                  <a:pt x="761746" y="2174296"/>
                </a:cubicBezTo>
                <a:cubicBezTo>
                  <a:pt x="926668" y="2220553"/>
                  <a:pt x="1088860" y="2244148"/>
                  <a:pt x="1248321" y="2245082"/>
                </a:cubicBezTo>
                <a:cubicBezTo>
                  <a:pt x="1383070" y="2244742"/>
                  <a:pt x="1478896" y="2231162"/>
                  <a:pt x="1535799" y="2204342"/>
                </a:cubicBezTo>
                <a:cubicBezTo>
                  <a:pt x="1592701" y="2177521"/>
                  <a:pt x="1620346" y="2139497"/>
                  <a:pt x="1618735" y="2090269"/>
                </a:cubicBezTo>
                <a:cubicBezTo>
                  <a:pt x="1614538" y="2021271"/>
                  <a:pt x="1559973" y="1970175"/>
                  <a:pt x="1455040" y="1936981"/>
                </a:cubicBezTo>
                <a:cubicBezTo>
                  <a:pt x="1350106" y="1903786"/>
                  <a:pt x="1219989" y="1872509"/>
                  <a:pt x="1064688" y="1843148"/>
                </a:cubicBezTo>
                <a:cubicBezTo>
                  <a:pt x="909387" y="1813787"/>
                  <a:pt x="754086" y="1770357"/>
                  <a:pt x="598785" y="1712858"/>
                </a:cubicBezTo>
                <a:cubicBezTo>
                  <a:pt x="443484" y="1655360"/>
                  <a:pt x="313367" y="1567807"/>
                  <a:pt x="208434" y="1450200"/>
                </a:cubicBezTo>
                <a:cubicBezTo>
                  <a:pt x="103501" y="1332594"/>
                  <a:pt x="48936" y="1168948"/>
                  <a:pt x="44739" y="959262"/>
                </a:cubicBezTo>
                <a:cubicBezTo>
                  <a:pt x="44761" y="781059"/>
                  <a:pt x="93948" y="619873"/>
                  <a:pt x="192302" y="475704"/>
                </a:cubicBezTo>
                <a:cubicBezTo>
                  <a:pt x="290656" y="331534"/>
                  <a:pt x="438043" y="216722"/>
                  <a:pt x="634464" y="131268"/>
                </a:cubicBezTo>
                <a:cubicBezTo>
                  <a:pt x="830886" y="45813"/>
                  <a:pt x="1076209" y="2058"/>
                  <a:pt x="1370435" y="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448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7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C25504-D1D9-4D58-8A6B-1984E89FFD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0523" y="2001383"/>
            <a:ext cx="5305477" cy="3131165"/>
          </a:xfrm>
          <a:custGeom>
            <a:avLst/>
            <a:gdLst/>
            <a:ahLst/>
            <a:cxnLst/>
            <a:rect l="l" t="t" r="r" b="b"/>
            <a:pathLst>
              <a:path w="4823161" h="2846514">
                <a:moveTo>
                  <a:pt x="0" y="0"/>
                </a:moveTo>
                <a:lnTo>
                  <a:pt x="988218" y="0"/>
                </a:lnTo>
                <a:lnTo>
                  <a:pt x="1484360" y="1618452"/>
                </a:lnTo>
                <a:lnTo>
                  <a:pt x="2008969" y="0"/>
                </a:lnTo>
                <a:lnTo>
                  <a:pt x="2891452" y="0"/>
                </a:lnTo>
                <a:lnTo>
                  <a:pt x="3387594" y="1638784"/>
                </a:lnTo>
                <a:lnTo>
                  <a:pt x="3912204" y="0"/>
                </a:lnTo>
                <a:lnTo>
                  <a:pt x="4823161" y="0"/>
                </a:lnTo>
                <a:lnTo>
                  <a:pt x="3912204" y="2846514"/>
                </a:lnTo>
                <a:lnTo>
                  <a:pt x="2883319" y="2846514"/>
                </a:lnTo>
                <a:lnTo>
                  <a:pt x="2423777" y="1325669"/>
                </a:lnTo>
                <a:lnTo>
                  <a:pt x="1939835" y="2846514"/>
                </a:lnTo>
                <a:lnTo>
                  <a:pt x="910950" y="284651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7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9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602F685-7047-45D9-A23C-03BD3DE7AF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57161" y="1340768"/>
            <a:ext cx="4275918" cy="3961939"/>
          </a:xfrm>
          <a:custGeom>
            <a:avLst/>
            <a:gdLst/>
            <a:ahLst/>
            <a:cxnLst/>
            <a:rect l="l" t="t" r="r" b="b"/>
            <a:pathLst>
              <a:path w="3212560" h="2976664">
                <a:moveTo>
                  <a:pt x="1606279" y="776322"/>
                </a:moveTo>
                <a:cubicBezTo>
                  <a:pt x="1424794" y="778272"/>
                  <a:pt x="1274080" y="841506"/>
                  <a:pt x="1154135" y="966025"/>
                </a:cubicBezTo>
                <a:cubicBezTo>
                  <a:pt x="1034190" y="1090544"/>
                  <a:pt x="971972" y="1264648"/>
                  <a:pt x="967479" y="1488336"/>
                </a:cubicBezTo>
                <a:cubicBezTo>
                  <a:pt x="971972" y="1712025"/>
                  <a:pt x="1034190" y="1886127"/>
                  <a:pt x="1154135" y="2010643"/>
                </a:cubicBezTo>
                <a:cubicBezTo>
                  <a:pt x="1274080" y="2135159"/>
                  <a:pt x="1424794" y="2198392"/>
                  <a:pt x="1606279" y="2200342"/>
                </a:cubicBezTo>
                <a:cubicBezTo>
                  <a:pt x="1787764" y="2198392"/>
                  <a:pt x="1938479" y="2135159"/>
                  <a:pt x="2058424" y="2010643"/>
                </a:cubicBezTo>
                <a:cubicBezTo>
                  <a:pt x="2178369" y="1886127"/>
                  <a:pt x="2240588" y="1712025"/>
                  <a:pt x="2245080" y="1488336"/>
                </a:cubicBezTo>
                <a:cubicBezTo>
                  <a:pt x="2240588" y="1264648"/>
                  <a:pt x="2178369" y="1090544"/>
                  <a:pt x="2058424" y="966025"/>
                </a:cubicBezTo>
                <a:cubicBezTo>
                  <a:pt x="1938479" y="841506"/>
                  <a:pt x="1787764" y="778272"/>
                  <a:pt x="1606279" y="776322"/>
                </a:cubicBezTo>
                <a:close/>
                <a:moveTo>
                  <a:pt x="1606279" y="0"/>
                </a:moveTo>
                <a:cubicBezTo>
                  <a:pt x="1918075" y="2404"/>
                  <a:pt x="2194286" y="67144"/>
                  <a:pt x="2434909" y="194220"/>
                </a:cubicBezTo>
                <a:cubicBezTo>
                  <a:pt x="2675533" y="321296"/>
                  <a:pt x="2864633" y="496284"/>
                  <a:pt x="3002210" y="719182"/>
                </a:cubicBezTo>
                <a:cubicBezTo>
                  <a:pt x="3139787" y="942080"/>
                  <a:pt x="3209904" y="1198465"/>
                  <a:pt x="3212560" y="1488336"/>
                </a:cubicBezTo>
                <a:cubicBezTo>
                  <a:pt x="3209904" y="1778205"/>
                  <a:pt x="3139787" y="2034588"/>
                  <a:pt x="3002210" y="2257485"/>
                </a:cubicBezTo>
                <a:cubicBezTo>
                  <a:pt x="2864633" y="2480382"/>
                  <a:pt x="2675533" y="2655368"/>
                  <a:pt x="2434910" y="2782444"/>
                </a:cubicBezTo>
                <a:cubicBezTo>
                  <a:pt x="2194286" y="2909520"/>
                  <a:pt x="1918075" y="2974260"/>
                  <a:pt x="1606279" y="2976664"/>
                </a:cubicBezTo>
                <a:cubicBezTo>
                  <a:pt x="1294485" y="2974260"/>
                  <a:pt x="1018276" y="2909520"/>
                  <a:pt x="777652" y="2782444"/>
                </a:cubicBezTo>
                <a:cubicBezTo>
                  <a:pt x="537029" y="2655369"/>
                  <a:pt x="347929" y="2480382"/>
                  <a:pt x="210351" y="2257485"/>
                </a:cubicBezTo>
                <a:cubicBezTo>
                  <a:pt x="72773" y="2034588"/>
                  <a:pt x="2656" y="1778205"/>
                  <a:pt x="0" y="1488336"/>
                </a:cubicBezTo>
                <a:cubicBezTo>
                  <a:pt x="2656" y="1198465"/>
                  <a:pt x="72773" y="942080"/>
                  <a:pt x="210351" y="719182"/>
                </a:cubicBezTo>
                <a:cubicBezTo>
                  <a:pt x="347928" y="496284"/>
                  <a:pt x="537029" y="321296"/>
                  <a:pt x="777652" y="194220"/>
                </a:cubicBezTo>
                <a:cubicBezTo>
                  <a:pt x="1018277" y="67144"/>
                  <a:pt x="1294485" y="2404"/>
                  <a:pt x="160627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835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8AE8D68-5F87-4263-B32C-AE51BE551EB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4746" y="1573780"/>
            <a:ext cx="3496387" cy="3788710"/>
          </a:xfrm>
          <a:custGeom>
            <a:avLst/>
            <a:gdLst/>
            <a:ahLst/>
            <a:cxnLst/>
            <a:rect l="l" t="t" r="r" b="b"/>
            <a:pathLst>
              <a:path w="2626887" h="2846514">
                <a:moveTo>
                  <a:pt x="0" y="0"/>
                </a:moveTo>
                <a:lnTo>
                  <a:pt x="2626887" y="0"/>
                </a:lnTo>
                <a:lnTo>
                  <a:pt x="2626887" y="743785"/>
                </a:lnTo>
                <a:lnTo>
                  <a:pt x="1793116" y="743785"/>
                </a:lnTo>
                <a:lnTo>
                  <a:pt x="1793116" y="2846514"/>
                </a:lnTo>
                <a:lnTo>
                  <a:pt x="833771" y="2846514"/>
                </a:lnTo>
                <a:lnTo>
                  <a:pt x="833771" y="743785"/>
                </a:lnTo>
                <a:lnTo>
                  <a:pt x="0" y="74378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621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4DBC1CE-EA82-4634-850F-BDE9C753EF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2924944"/>
            <a:ext cx="4799856" cy="2636912"/>
          </a:xfrm>
          <a:custGeom>
            <a:avLst/>
            <a:gdLst>
              <a:gd name="connsiteX0" fmla="*/ 0 w 4799856"/>
              <a:gd name="connsiteY0" fmla="*/ 0 h 2636912"/>
              <a:gd name="connsiteX1" fmla="*/ 4799856 w 4799856"/>
              <a:gd name="connsiteY1" fmla="*/ 0 h 2636912"/>
              <a:gd name="connsiteX2" fmla="*/ 4799856 w 4799856"/>
              <a:gd name="connsiteY2" fmla="*/ 2636912 h 2636912"/>
              <a:gd name="connsiteX3" fmla="*/ 0 w 4799856"/>
              <a:gd name="connsiteY3" fmla="*/ 2636912 h 2636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99856" h="2636912">
                <a:moveTo>
                  <a:pt x="0" y="0"/>
                </a:moveTo>
                <a:lnTo>
                  <a:pt x="4799856" y="0"/>
                </a:lnTo>
                <a:lnTo>
                  <a:pt x="4799856" y="2636912"/>
                </a:lnTo>
                <a:lnTo>
                  <a:pt x="0" y="263691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89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846CA87-DB8B-4F6D-8D49-E8F122E84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0962" y="0"/>
            <a:ext cx="5376548" cy="6858000"/>
          </a:xfrm>
          <a:custGeom>
            <a:avLst/>
            <a:gdLst>
              <a:gd name="connsiteX0" fmla="*/ 2465040 w 5376548"/>
              <a:gd name="connsiteY0" fmla="*/ 0 h 6872188"/>
              <a:gd name="connsiteX1" fmla="*/ 5376548 w 5376548"/>
              <a:gd name="connsiteY1" fmla="*/ 0 h 6872188"/>
              <a:gd name="connsiteX2" fmla="*/ 2911508 w 5376548"/>
              <a:gd name="connsiteY2" fmla="*/ 6872188 h 6872188"/>
              <a:gd name="connsiteX3" fmla="*/ 0 w 5376548"/>
              <a:gd name="connsiteY3" fmla="*/ 6872188 h 687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76548" h="6872188">
                <a:moveTo>
                  <a:pt x="2465040" y="0"/>
                </a:moveTo>
                <a:lnTo>
                  <a:pt x="5376548" y="0"/>
                </a:lnTo>
                <a:lnTo>
                  <a:pt x="2911508" y="6872188"/>
                </a:lnTo>
                <a:lnTo>
                  <a:pt x="0" y="687218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91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6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2DCA58B-C017-45DC-ABD1-2A5113C379D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108772" cy="6858000"/>
          </a:xfrm>
          <a:prstGeom prst="rect">
            <a:avLst/>
          </a:prstGeom>
        </p:spPr>
      </p:sp>
    </p:spTree>
    <p:extLst>
      <p:ext uri="{BB962C8B-B14F-4D97-AF65-F5344CB8AC3E}">
        <p14:creationId xmlns:p14="http://schemas.microsoft.com/office/powerpoint/2010/main" val="1926633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1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2DCA58B-C017-45DC-ABD1-2A5113C379D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83228" y="0"/>
            <a:ext cx="6108772" cy="6858000"/>
          </a:xfrm>
          <a:prstGeom prst="rect">
            <a:avLst/>
          </a:prstGeom>
        </p:spPr>
      </p:sp>
    </p:spTree>
    <p:extLst>
      <p:ext uri="{BB962C8B-B14F-4D97-AF65-F5344CB8AC3E}">
        <p14:creationId xmlns:p14="http://schemas.microsoft.com/office/powerpoint/2010/main" val="641404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4260677-7757-4247-BE3B-3BD406C4B4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4702" y="764704"/>
            <a:ext cx="5259290" cy="2664297"/>
          </a:xfrm>
          <a:custGeom>
            <a:avLst/>
            <a:gdLst>
              <a:gd name="connsiteX0" fmla="*/ 0 w 5259290"/>
              <a:gd name="connsiteY0" fmla="*/ 0 h 2664297"/>
              <a:gd name="connsiteX1" fmla="*/ 5259290 w 5259290"/>
              <a:gd name="connsiteY1" fmla="*/ 0 h 2664297"/>
              <a:gd name="connsiteX2" fmla="*/ 5259290 w 5259290"/>
              <a:gd name="connsiteY2" fmla="*/ 2664297 h 2664297"/>
              <a:gd name="connsiteX3" fmla="*/ 0 w 5259290"/>
              <a:gd name="connsiteY3" fmla="*/ 2664297 h 2664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9290" h="2664297">
                <a:moveTo>
                  <a:pt x="0" y="0"/>
                </a:moveTo>
                <a:lnTo>
                  <a:pt x="5259290" y="0"/>
                </a:lnTo>
                <a:lnTo>
                  <a:pt x="5259290" y="2664297"/>
                </a:lnTo>
                <a:lnTo>
                  <a:pt x="0" y="266429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8E7BAEE-7551-45B8-8476-810F6A7FC09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65799" y="764704"/>
            <a:ext cx="5259290" cy="2664297"/>
          </a:xfrm>
          <a:custGeom>
            <a:avLst/>
            <a:gdLst>
              <a:gd name="connsiteX0" fmla="*/ 0 w 5259290"/>
              <a:gd name="connsiteY0" fmla="*/ 0 h 2664297"/>
              <a:gd name="connsiteX1" fmla="*/ 5259290 w 5259290"/>
              <a:gd name="connsiteY1" fmla="*/ 0 h 2664297"/>
              <a:gd name="connsiteX2" fmla="*/ 5259290 w 5259290"/>
              <a:gd name="connsiteY2" fmla="*/ 2664297 h 2664297"/>
              <a:gd name="connsiteX3" fmla="*/ 0 w 5259290"/>
              <a:gd name="connsiteY3" fmla="*/ 2664297 h 2664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9290" h="2664297">
                <a:moveTo>
                  <a:pt x="0" y="0"/>
                </a:moveTo>
                <a:lnTo>
                  <a:pt x="5259290" y="0"/>
                </a:lnTo>
                <a:lnTo>
                  <a:pt x="5259290" y="2664297"/>
                </a:lnTo>
                <a:lnTo>
                  <a:pt x="0" y="266429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971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3100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8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DA16F73-EC15-48CE-9746-C919B2A7FDF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1812080"/>
            <a:ext cx="3744416" cy="5045920"/>
          </a:xfrm>
          <a:custGeom>
            <a:avLst/>
            <a:gdLst>
              <a:gd name="connsiteX0" fmla="*/ 0 w 3744416"/>
              <a:gd name="connsiteY0" fmla="*/ 0 h 5045920"/>
              <a:gd name="connsiteX1" fmla="*/ 3120334 w 3744416"/>
              <a:gd name="connsiteY1" fmla="*/ 0 h 5045920"/>
              <a:gd name="connsiteX2" fmla="*/ 3744416 w 3744416"/>
              <a:gd name="connsiteY2" fmla="*/ 624082 h 5045920"/>
              <a:gd name="connsiteX3" fmla="*/ 3744416 w 3744416"/>
              <a:gd name="connsiteY3" fmla="*/ 5045920 h 5045920"/>
              <a:gd name="connsiteX4" fmla="*/ 0 w 3744416"/>
              <a:gd name="connsiteY4" fmla="*/ 5045920 h 50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44416" h="5045920">
                <a:moveTo>
                  <a:pt x="0" y="0"/>
                </a:moveTo>
                <a:lnTo>
                  <a:pt x="3120334" y="0"/>
                </a:lnTo>
                <a:cubicBezTo>
                  <a:pt x="3465005" y="0"/>
                  <a:pt x="3744416" y="279411"/>
                  <a:pt x="3744416" y="624082"/>
                </a:cubicBezTo>
                <a:lnTo>
                  <a:pt x="3744416" y="5045920"/>
                </a:lnTo>
                <a:lnTo>
                  <a:pt x="0" y="504592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387560BE-DC23-4257-9EB5-D1BDC6DD6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193" y="359617"/>
            <a:ext cx="10515600" cy="605483"/>
          </a:xfrm>
          <a:prstGeom prst="rect">
            <a:avLst/>
          </a:prstGeom>
        </p:spPr>
        <p:txBody>
          <a:bodyPr/>
          <a:lstStyle>
            <a:lvl1pPr algn="l">
              <a:defRPr sz="35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70168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A3E8C86A-3F73-4923-9ECF-53440ADB84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95800" cy="6858000"/>
          </a:xfrm>
          <a:custGeom>
            <a:avLst/>
            <a:gdLst>
              <a:gd name="connsiteX0" fmla="*/ 0 w 5426116"/>
              <a:gd name="connsiteY0" fmla="*/ 0 h 4489456"/>
              <a:gd name="connsiteX1" fmla="*/ 5426116 w 5426116"/>
              <a:gd name="connsiteY1" fmla="*/ 0 h 4489456"/>
              <a:gd name="connsiteX2" fmla="*/ 5426116 w 5426116"/>
              <a:gd name="connsiteY2" fmla="*/ 4489456 h 4489456"/>
              <a:gd name="connsiteX3" fmla="*/ 0 w 5426116"/>
              <a:gd name="connsiteY3" fmla="*/ 4489456 h 4489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26116" h="4489456">
                <a:moveTo>
                  <a:pt x="0" y="0"/>
                </a:moveTo>
                <a:lnTo>
                  <a:pt x="5426116" y="0"/>
                </a:lnTo>
                <a:lnTo>
                  <a:pt x="5426116" y="4489456"/>
                </a:lnTo>
                <a:lnTo>
                  <a:pt x="0" y="448945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36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EA20584-7125-4D68-9411-757C34AF6B1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8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EA20584-7125-4D68-9411-757C34AF6B1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5589396" cy="6858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672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EA20584-7125-4D68-9411-757C34AF6B1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695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9F0742C-FD4A-4144-8BB2-FF5A38EF34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904312" y="2249041"/>
            <a:ext cx="2630762" cy="3948545"/>
          </a:xfrm>
          <a:custGeom>
            <a:avLst/>
            <a:gdLst>
              <a:gd name="connsiteX0" fmla="*/ 0 w 2630762"/>
              <a:gd name="connsiteY0" fmla="*/ 0 h 3948545"/>
              <a:gd name="connsiteX1" fmla="*/ 2630762 w 2630762"/>
              <a:gd name="connsiteY1" fmla="*/ 0 h 3948545"/>
              <a:gd name="connsiteX2" fmla="*/ 2630762 w 2630762"/>
              <a:gd name="connsiteY2" fmla="*/ 3948545 h 3948545"/>
              <a:gd name="connsiteX3" fmla="*/ 0 w 2630762"/>
              <a:gd name="connsiteY3" fmla="*/ 3948545 h 3948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0762" h="3948545">
                <a:moveTo>
                  <a:pt x="0" y="0"/>
                </a:moveTo>
                <a:lnTo>
                  <a:pt x="2630762" y="0"/>
                </a:lnTo>
                <a:lnTo>
                  <a:pt x="2630762" y="3948545"/>
                </a:lnTo>
                <a:lnTo>
                  <a:pt x="0" y="394854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982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9F0742C-FD4A-4144-8BB2-FF5A38EF34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58957" y="2909456"/>
            <a:ext cx="2630762" cy="3948545"/>
          </a:xfrm>
          <a:custGeom>
            <a:avLst/>
            <a:gdLst>
              <a:gd name="connsiteX0" fmla="*/ 0 w 2630762"/>
              <a:gd name="connsiteY0" fmla="*/ 0 h 3948545"/>
              <a:gd name="connsiteX1" fmla="*/ 2630762 w 2630762"/>
              <a:gd name="connsiteY1" fmla="*/ 0 h 3948545"/>
              <a:gd name="connsiteX2" fmla="*/ 2630762 w 2630762"/>
              <a:gd name="connsiteY2" fmla="*/ 3948545 h 3948545"/>
              <a:gd name="connsiteX3" fmla="*/ 0 w 2630762"/>
              <a:gd name="connsiteY3" fmla="*/ 3948545 h 3948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0762" h="3948545">
                <a:moveTo>
                  <a:pt x="0" y="0"/>
                </a:moveTo>
                <a:lnTo>
                  <a:pt x="2630762" y="0"/>
                </a:lnTo>
                <a:lnTo>
                  <a:pt x="2630762" y="3948545"/>
                </a:lnTo>
                <a:lnTo>
                  <a:pt x="0" y="394854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217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78BE2-D779-434C-8FE5-7AAA7C6475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548" y="3429000"/>
            <a:ext cx="12191999" cy="342899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12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0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78BE2-D779-434C-8FE5-7AAA7C6475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548" y="0"/>
            <a:ext cx="12191999" cy="342899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BB45174C-FE3E-4C40-8445-C61C4068464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52184" y="0"/>
            <a:ext cx="4437267" cy="6858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277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78BE2-D779-434C-8FE5-7AAA7C6475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5440" y="2852936"/>
            <a:ext cx="5112568" cy="274167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B8E9633-88BC-44CF-B8FF-0341E95DBFD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79432" y="2852936"/>
            <a:ext cx="5112568" cy="274167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280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978BE2-D779-434C-8FE5-7AAA7C6475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548" y="0"/>
            <a:ext cx="12191999" cy="342899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957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5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9DDF57A-5827-4FFF-862C-1E30021A234A}"/>
              </a:ext>
            </a:extLst>
          </p:cNvPr>
          <p:cNvSpPr/>
          <p:nvPr userDrawn="1"/>
        </p:nvSpPr>
        <p:spPr>
          <a:xfrm>
            <a:off x="5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A85B3351-C060-4E29-8F91-09A32FB653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421969" y="3881682"/>
            <a:ext cx="7348062" cy="29854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30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6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14FF0B-A0FC-451B-B831-BE1E4F1897A7}"/>
              </a:ext>
            </a:extLst>
          </p:cNvPr>
          <p:cNvSpPr/>
          <p:nvPr userDrawn="1"/>
        </p:nvSpPr>
        <p:spPr>
          <a:xfrm>
            <a:off x="5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6FC94E3A-C667-40E9-AFF4-547A581D12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81963" y="2389023"/>
            <a:ext cx="5837808" cy="314917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971B090-223B-42F4-B988-C019D02756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19771" y="2489094"/>
            <a:ext cx="2216080" cy="29010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90E8383-E483-4C3A-A362-462C727402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5883" y="2489094"/>
            <a:ext cx="2216080" cy="29010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779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7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04E689-EA4D-4CF3-99DD-8B1907588166}"/>
              </a:ext>
            </a:extLst>
          </p:cNvPr>
          <p:cNvSpPr/>
          <p:nvPr userDrawn="1"/>
        </p:nvSpPr>
        <p:spPr>
          <a:xfrm>
            <a:off x="5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F02E621-6FB2-48A8-A660-4948FA313B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35317" y="3016289"/>
            <a:ext cx="2795238" cy="1960639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0 h 10206"/>
              <a:gd name="connsiteX1" fmla="*/ 10000 w 10000"/>
              <a:gd name="connsiteY1" fmla="*/ 206 h 10206"/>
              <a:gd name="connsiteX2" fmla="*/ 10000 w 10000"/>
              <a:gd name="connsiteY2" fmla="*/ 10206 h 10206"/>
              <a:gd name="connsiteX3" fmla="*/ 0 w 10000"/>
              <a:gd name="connsiteY3" fmla="*/ 10206 h 10206"/>
              <a:gd name="connsiteX4" fmla="*/ 0 w 10000"/>
              <a:gd name="connsiteY4" fmla="*/ 0 h 10206"/>
              <a:gd name="connsiteX0" fmla="*/ 0 w 10000"/>
              <a:gd name="connsiteY0" fmla="*/ 1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1 h 10000"/>
              <a:gd name="connsiteX0" fmla="*/ 0 w 10000"/>
              <a:gd name="connsiteY0" fmla="*/ 0 h 10380"/>
              <a:gd name="connsiteX1" fmla="*/ 10000 w 10000"/>
              <a:gd name="connsiteY1" fmla="*/ 380 h 10380"/>
              <a:gd name="connsiteX2" fmla="*/ 10000 w 10000"/>
              <a:gd name="connsiteY2" fmla="*/ 10380 h 10380"/>
              <a:gd name="connsiteX3" fmla="*/ 0 w 10000"/>
              <a:gd name="connsiteY3" fmla="*/ 10380 h 10380"/>
              <a:gd name="connsiteX4" fmla="*/ 0 w 10000"/>
              <a:gd name="connsiteY4" fmla="*/ 0 h 10380"/>
              <a:gd name="connsiteX0" fmla="*/ 0 w 10000"/>
              <a:gd name="connsiteY0" fmla="*/ 476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476 h 10000"/>
              <a:gd name="connsiteX0" fmla="*/ 7 w 10000"/>
              <a:gd name="connsiteY0" fmla="*/ 0 h 10019"/>
              <a:gd name="connsiteX1" fmla="*/ 10000 w 10000"/>
              <a:gd name="connsiteY1" fmla="*/ 19 h 10019"/>
              <a:gd name="connsiteX2" fmla="*/ 10000 w 10000"/>
              <a:gd name="connsiteY2" fmla="*/ 10019 h 10019"/>
              <a:gd name="connsiteX3" fmla="*/ 0 w 10000"/>
              <a:gd name="connsiteY3" fmla="*/ 10019 h 10019"/>
              <a:gd name="connsiteX4" fmla="*/ 7 w 10000"/>
              <a:gd name="connsiteY4" fmla="*/ 0 h 10019"/>
              <a:gd name="connsiteX0" fmla="*/ 0 w 10000"/>
              <a:gd name="connsiteY0" fmla="*/ 0 h 10009"/>
              <a:gd name="connsiteX1" fmla="*/ 10000 w 10000"/>
              <a:gd name="connsiteY1" fmla="*/ 9 h 10009"/>
              <a:gd name="connsiteX2" fmla="*/ 10000 w 10000"/>
              <a:gd name="connsiteY2" fmla="*/ 10009 h 10009"/>
              <a:gd name="connsiteX3" fmla="*/ 0 w 10000"/>
              <a:gd name="connsiteY3" fmla="*/ 10009 h 10009"/>
              <a:gd name="connsiteX4" fmla="*/ 0 w 10000"/>
              <a:gd name="connsiteY4" fmla="*/ 0 h 10009"/>
              <a:gd name="connsiteX0" fmla="*/ 0 w 10000"/>
              <a:gd name="connsiteY0" fmla="*/ 0 h 10009"/>
              <a:gd name="connsiteX1" fmla="*/ 9993 w 10000"/>
              <a:gd name="connsiteY1" fmla="*/ 646 h 10009"/>
              <a:gd name="connsiteX2" fmla="*/ 10000 w 10000"/>
              <a:gd name="connsiteY2" fmla="*/ 10009 h 10009"/>
              <a:gd name="connsiteX3" fmla="*/ 0 w 10000"/>
              <a:gd name="connsiteY3" fmla="*/ 10009 h 10009"/>
              <a:gd name="connsiteX4" fmla="*/ 0 w 10000"/>
              <a:gd name="connsiteY4" fmla="*/ 0 h 10009"/>
              <a:gd name="connsiteX0" fmla="*/ 0 w 9993"/>
              <a:gd name="connsiteY0" fmla="*/ 0 h 10009"/>
              <a:gd name="connsiteX1" fmla="*/ 9993 w 9993"/>
              <a:gd name="connsiteY1" fmla="*/ 646 h 10009"/>
              <a:gd name="connsiteX2" fmla="*/ 9993 w 9993"/>
              <a:gd name="connsiteY2" fmla="*/ 9058 h 10009"/>
              <a:gd name="connsiteX3" fmla="*/ 0 w 9993"/>
              <a:gd name="connsiteY3" fmla="*/ 10009 h 10009"/>
              <a:gd name="connsiteX4" fmla="*/ 0 w 9993"/>
              <a:gd name="connsiteY4" fmla="*/ 0 h 10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93" h="10009">
                <a:moveTo>
                  <a:pt x="0" y="0"/>
                </a:moveTo>
                <a:lnTo>
                  <a:pt x="9993" y="646"/>
                </a:lnTo>
                <a:cubicBezTo>
                  <a:pt x="9995" y="3767"/>
                  <a:pt x="9991" y="5937"/>
                  <a:pt x="9993" y="9058"/>
                </a:cubicBezTo>
                <a:lnTo>
                  <a:pt x="0" y="10009"/>
                </a:lnTo>
                <a:cubicBezTo>
                  <a:pt x="2" y="6669"/>
                  <a:pt x="-2" y="3340"/>
                  <a:pt x="0" y="0"/>
                </a:cubicBezTo>
                <a:close/>
              </a:path>
            </a:pathLst>
          </a:cu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C2B704DD-51B2-42D4-80BA-6A5F5766C3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88434" y="2901173"/>
            <a:ext cx="3202599" cy="2246370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0 h 10206"/>
              <a:gd name="connsiteX1" fmla="*/ 10000 w 10000"/>
              <a:gd name="connsiteY1" fmla="*/ 206 h 10206"/>
              <a:gd name="connsiteX2" fmla="*/ 10000 w 10000"/>
              <a:gd name="connsiteY2" fmla="*/ 10206 h 10206"/>
              <a:gd name="connsiteX3" fmla="*/ 0 w 10000"/>
              <a:gd name="connsiteY3" fmla="*/ 10206 h 10206"/>
              <a:gd name="connsiteX4" fmla="*/ 0 w 10000"/>
              <a:gd name="connsiteY4" fmla="*/ 0 h 10206"/>
              <a:gd name="connsiteX0" fmla="*/ 0 w 10000"/>
              <a:gd name="connsiteY0" fmla="*/ 1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1 h 10000"/>
              <a:gd name="connsiteX0" fmla="*/ 0 w 10000"/>
              <a:gd name="connsiteY0" fmla="*/ 0 h 10380"/>
              <a:gd name="connsiteX1" fmla="*/ 10000 w 10000"/>
              <a:gd name="connsiteY1" fmla="*/ 380 h 10380"/>
              <a:gd name="connsiteX2" fmla="*/ 10000 w 10000"/>
              <a:gd name="connsiteY2" fmla="*/ 10380 h 10380"/>
              <a:gd name="connsiteX3" fmla="*/ 0 w 10000"/>
              <a:gd name="connsiteY3" fmla="*/ 10380 h 10380"/>
              <a:gd name="connsiteX4" fmla="*/ 0 w 10000"/>
              <a:gd name="connsiteY4" fmla="*/ 0 h 10380"/>
              <a:gd name="connsiteX0" fmla="*/ 0 w 10000"/>
              <a:gd name="connsiteY0" fmla="*/ 476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476 h 10000"/>
              <a:gd name="connsiteX0" fmla="*/ 7 w 10000"/>
              <a:gd name="connsiteY0" fmla="*/ 0 h 10019"/>
              <a:gd name="connsiteX1" fmla="*/ 10000 w 10000"/>
              <a:gd name="connsiteY1" fmla="*/ 19 h 10019"/>
              <a:gd name="connsiteX2" fmla="*/ 10000 w 10000"/>
              <a:gd name="connsiteY2" fmla="*/ 10019 h 10019"/>
              <a:gd name="connsiteX3" fmla="*/ 0 w 10000"/>
              <a:gd name="connsiteY3" fmla="*/ 10019 h 10019"/>
              <a:gd name="connsiteX4" fmla="*/ 7 w 10000"/>
              <a:gd name="connsiteY4" fmla="*/ 0 h 10019"/>
              <a:gd name="connsiteX0" fmla="*/ 0 w 10000"/>
              <a:gd name="connsiteY0" fmla="*/ 0 h 10009"/>
              <a:gd name="connsiteX1" fmla="*/ 10000 w 10000"/>
              <a:gd name="connsiteY1" fmla="*/ 9 h 10009"/>
              <a:gd name="connsiteX2" fmla="*/ 10000 w 10000"/>
              <a:gd name="connsiteY2" fmla="*/ 10009 h 10009"/>
              <a:gd name="connsiteX3" fmla="*/ 0 w 10000"/>
              <a:gd name="connsiteY3" fmla="*/ 10009 h 10009"/>
              <a:gd name="connsiteX4" fmla="*/ 0 w 10000"/>
              <a:gd name="connsiteY4" fmla="*/ 0 h 10009"/>
              <a:gd name="connsiteX0" fmla="*/ 0 w 10000"/>
              <a:gd name="connsiteY0" fmla="*/ 0 h 10009"/>
              <a:gd name="connsiteX1" fmla="*/ 9993 w 10000"/>
              <a:gd name="connsiteY1" fmla="*/ 646 h 10009"/>
              <a:gd name="connsiteX2" fmla="*/ 10000 w 10000"/>
              <a:gd name="connsiteY2" fmla="*/ 10009 h 10009"/>
              <a:gd name="connsiteX3" fmla="*/ 0 w 10000"/>
              <a:gd name="connsiteY3" fmla="*/ 10009 h 10009"/>
              <a:gd name="connsiteX4" fmla="*/ 0 w 10000"/>
              <a:gd name="connsiteY4" fmla="*/ 0 h 10009"/>
              <a:gd name="connsiteX0" fmla="*/ 0 w 9993"/>
              <a:gd name="connsiteY0" fmla="*/ 0 h 10009"/>
              <a:gd name="connsiteX1" fmla="*/ 9993 w 9993"/>
              <a:gd name="connsiteY1" fmla="*/ 646 h 10009"/>
              <a:gd name="connsiteX2" fmla="*/ 9993 w 9993"/>
              <a:gd name="connsiteY2" fmla="*/ 9058 h 10009"/>
              <a:gd name="connsiteX3" fmla="*/ 0 w 9993"/>
              <a:gd name="connsiteY3" fmla="*/ 10009 h 10009"/>
              <a:gd name="connsiteX4" fmla="*/ 0 w 9993"/>
              <a:gd name="connsiteY4" fmla="*/ 0 h 10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93" h="10009">
                <a:moveTo>
                  <a:pt x="0" y="0"/>
                </a:moveTo>
                <a:lnTo>
                  <a:pt x="9993" y="646"/>
                </a:lnTo>
                <a:cubicBezTo>
                  <a:pt x="9995" y="3767"/>
                  <a:pt x="9991" y="5937"/>
                  <a:pt x="9993" y="9058"/>
                </a:cubicBezTo>
                <a:lnTo>
                  <a:pt x="0" y="10009"/>
                </a:lnTo>
                <a:cubicBezTo>
                  <a:pt x="2" y="6669"/>
                  <a:pt x="-2" y="3340"/>
                  <a:pt x="0" y="0"/>
                </a:cubicBezTo>
                <a:close/>
              </a:path>
            </a:pathLst>
          </a:cu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AD04B28E-5860-4178-A407-402164A80EA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26626" y="2712165"/>
            <a:ext cx="3879839" cy="2721402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0 h 10206"/>
              <a:gd name="connsiteX1" fmla="*/ 10000 w 10000"/>
              <a:gd name="connsiteY1" fmla="*/ 206 h 10206"/>
              <a:gd name="connsiteX2" fmla="*/ 10000 w 10000"/>
              <a:gd name="connsiteY2" fmla="*/ 10206 h 10206"/>
              <a:gd name="connsiteX3" fmla="*/ 0 w 10000"/>
              <a:gd name="connsiteY3" fmla="*/ 10206 h 10206"/>
              <a:gd name="connsiteX4" fmla="*/ 0 w 10000"/>
              <a:gd name="connsiteY4" fmla="*/ 0 h 10206"/>
              <a:gd name="connsiteX0" fmla="*/ 0 w 10000"/>
              <a:gd name="connsiteY0" fmla="*/ 1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1 h 10000"/>
              <a:gd name="connsiteX0" fmla="*/ 0 w 10000"/>
              <a:gd name="connsiteY0" fmla="*/ 0 h 10380"/>
              <a:gd name="connsiteX1" fmla="*/ 10000 w 10000"/>
              <a:gd name="connsiteY1" fmla="*/ 380 h 10380"/>
              <a:gd name="connsiteX2" fmla="*/ 10000 w 10000"/>
              <a:gd name="connsiteY2" fmla="*/ 10380 h 10380"/>
              <a:gd name="connsiteX3" fmla="*/ 0 w 10000"/>
              <a:gd name="connsiteY3" fmla="*/ 10380 h 10380"/>
              <a:gd name="connsiteX4" fmla="*/ 0 w 10000"/>
              <a:gd name="connsiteY4" fmla="*/ 0 h 10380"/>
              <a:gd name="connsiteX0" fmla="*/ 0 w 10000"/>
              <a:gd name="connsiteY0" fmla="*/ 476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476 h 10000"/>
              <a:gd name="connsiteX0" fmla="*/ 7 w 10000"/>
              <a:gd name="connsiteY0" fmla="*/ 0 h 10019"/>
              <a:gd name="connsiteX1" fmla="*/ 10000 w 10000"/>
              <a:gd name="connsiteY1" fmla="*/ 19 h 10019"/>
              <a:gd name="connsiteX2" fmla="*/ 10000 w 10000"/>
              <a:gd name="connsiteY2" fmla="*/ 10019 h 10019"/>
              <a:gd name="connsiteX3" fmla="*/ 0 w 10000"/>
              <a:gd name="connsiteY3" fmla="*/ 10019 h 10019"/>
              <a:gd name="connsiteX4" fmla="*/ 7 w 10000"/>
              <a:gd name="connsiteY4" fmla="*/ 0 h 10019"/>
              <a:gd name="connsiteX0" fmla="*/ 0 w 10000"/>
              <a:gd name="connsiteY0" fmla="*/ 0 h 10009"/>
              <a:gd name="connsiteX1" fmla="*/ 10000 w 10000"/>
              <a:gd name="connsiteY1" fmla="*/ 9 h 10009"/>
              <a:gd name="connsiteX2" fmla="*/ 10000 w 10000"/>
              <a:gd name="connsiteY2" fmla="*/ 10009 h 10009"/>
              <a:gd name="connsiteX3" fmla="*/ 0 w 10000"/>
              <a:gd name="connsiteY3" fmla="*/ 10009 h 10009"/>
              <a:gd name="connsiteX4" fmla="*/ 0 w 10000"/>
              <a:gd name="connsiteY4" fmla="*/ 0 h 10009"/>
              <a:gd name="connsiteX0" fmla="*/ 0 w 10000"/>
              <a:gd name="connsiteY0" fmla="*/ 0 h 10009"/>
              <a:gd name="connsiteX1" fmla="*/ 9993 w 10000"/>
              <a:gd name="connsiteY1" fmla="*/ 646 h 10009"/>
              <a:gd name="connsiteX2" fmla="*/ 10000 w 10000"/>
              <a:gd name="connsiteY2" fmla="*/ 10009 h 10009"/>
              <a:gd name="connsiteX3" fmla="*/ 0 w 10000"/>
              <a:gd name="connsiteY3" fmla="*/ 10009 h 10009"/>
              <a:gd name="connsiteX4" fmla="*/ 0 w 10000"/>
              <a:gd name="connsiteY4" fmla="*/ 0 h 10009"/>
              <a:gd name="connsiteX0" fmla="*/ 0 w 9993"/>
              <a:gd name="connsiteY0" fmla="*/ 0 h 10009"/>
              <a:gd name="connsiteX1" fmla="*/ 9993 w 9993"/>
              <a:gd name="connsiteY1" fmla="*/ 646 h 10009"/>
              <a:gd name="connsiteX2" fmla="*/ 9993 w 9993"/>
              <a:gd name="connsiteY2" fmla="*/ 9058 h 10009"/>
              <a:gd name="connsiteX3" fmla="*/ 0 w 9993"/>
              <a:gd name="connsiteY3" fmla="*/ 10009 h 10009"/>
              <a:gd name="connsiteX4" fmla="*/ 0 w 9993"/>
              <a:gd name="connsiteY4" fmla="*/ 0 h 10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93" h="10009">
                <a:moveTo>
                  <a:pt x="0" y="0"/>
                </a:moveTo>
                <a:lnTo>
                  <a:pt x="9993" y="646"/>
                </a:lnTo>
                <a:cubicBezTo>
                  <a:pt x="9995" y="3767"/>
                  <a:pt x="9991" y="5937"/>
                  <a:pt x="9993" y="9058"/>
                </a:cubicBezTo>
                <a:lnTo>
                  <a:pt x="0" y="10009"/>
                </a:lnTo>
                <a:cubicBezTo>
                  <a:pt x="2" y="6669"/>
                  <a:pt x="-2" y="3340"/>
                  <a:pt x="0" y="0"/>
                </a:cubicBezTo>
                <a:close/>
              </a:path>
            </a:pathLst>
          </a:cu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E3C05908-903D-43CC-95A4-FDDBCCB17EC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66967" y="2521949"/>
            <a:ext cx="4762058" cy="3340211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" fmla="*/ 0 w 10000"/>
              <a:gd name="connsiteY0" fmla="*/ 0 h 10206"/>
              <a:gd name="connsiteX1" fmla="*/ 10000 w 10000"/>
              <a:gd name="connsiteY1" fmla="*/ 206 h 10206"/>
              <a:gd name="connsiteX2" fmla="*/ 10000 w 10000"/>
              <a:gd name="connsiteY2" fmla="*/ 10206 h 10206"/>
              <a:gd name="connsiteX3" fmla="*/ 0 w 10000"/>
              <a:gd name="connsiteY3" fmla="*/ 10206 h 10206"/>
              <a:gd name="connsiteX4" fmla="*/ 0 w 10000"/>
              <a:gd name="connsiteY4" fmla="*/ 0 h 10206"/>
              <a:gd name="connsiteX0" fmla="*/ 0 w 10000"/>
              <a:gd name="connsiteY0" fmla="*/ 1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1 h 10000"/>
              <a:gd name="connsiteX0" fmla="*/ 0 w 10000"/>
              <a:gd name="connsiteY0" fmla="*/ 0 h 10380"/>
              <a:gd name="connsiteX1" fmla="*/ 10000 w 10000"/>
              <a:gd name="connsiteY1" fmla="*/ 380 h 10380"/>
              <a:gd name="connsiteX2" fmla="*/ 10000 w 10000"/>
              <a:gd name="connsiteY2" fmla="*/ 10380 h 10380"/>
              <a:gd name="connsiteX3" fmla="*/ 0 w 10000"/>
              <a:gd name="connsiteY3" fmla="*/ 10380 h 10380"/>
              <a:gd name="connsiteX4" fmla="*/ 0 w 10000"/>
              <a:gd name="connsiteY4" fmla="*/ 0 h 10380"/>
              <a:gd name="connsiteX0" fmla="*/ 0 w 10000"/>
              <a:gd name="connsiteY0" fmla="*/ 476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476 h 10000"/>
              <a:gd name="connsiteX0" fmla="*/ 7 w 10000"/>
              <a:gd name="connsiteY0" fmla="*/ 0 h 10019"/>
              <a:gd name="connsiteX1" fmla="*/ 10000 w 10000"/>
              <a:gd name="connsiteY1" fmla="*/ 19 h 10019"/>
              <a:gd name="connsiteX2" fmla="*/ 10000 w 10000"/>
              <a:gd name="connsiteY2" fmla="*/ 10019 h 10019"/>
              <a:gd name="connsiteX3" fmla="*/ 0 w 10000"/>
              <a:gd name="connsiteY3" fmla="*/ 10019 h 10019"/>
              <a:gd name="connsiteX4" fmla="*/ 7 w 10000"/>
              <a:gd name="connsiteY4" fmla="*/ 0 h 10019"/>
              <a:gd name="connsiteX0" fmla="*/ 0 w 10000"/>
              <a:gd name="connsiteY0" fmla="*/ 0 h 10009"/>
              <a:gd name="connsiteX1" fmla="*/ 10000 w 10000"/>
              <a:gd name="connsiteY1" fmla="*/ 9 h 10009"/>
              <a:gd name="connsiteX2" fmla="*/ 10000 w 10000"/>
              <a:gd name="connsiteY2" fmla="*/ 10009 h 10009"/>
              <a:gd name="connsiteX3" fmla="*/ 0 w 10000"/>
              <a:gd name="connsiteY3" fmla="*/ 10009 h 10009"/>
              <a:gd name="connsiteX4" fmla="*/ 0 w 10000"/>
              <a:gd name="connsiteY4" fmla="*/ 0 h 10009"/>
              <a:gd name="connsiteX0" fmla="*/ 0 w 10000"/>
              <a:gd name="connsiteY0" fmla="*/ 0 h 10009"/>
              <a:gd name="connsiteX1" fmla="*/ 9993 w 10000"/>
              <a:gd name="connsiteY1" fmla="*/ 646 h 10009"/>
              <a:gd name="connsiteX2" fmla="*/ 10000 w 10000"/>
              <a:gd name="connsiteY2" fmla="*/ 10009 h 10009"/>
              <a:gd name="connsiteX3" fmla="*/ 0 w 10000"/>
              <a:gd name="connsiteY3" fmla="*/ 10009 h 10009"/>
              <a:gd name="connsiteX4" fmla="*/ 0 w 10000"/>
              <a:gd name="connsiteY4" fmla="*/ 0 h 10009"/>
              <a:gd name="connsiteX0" fmla="*/ 0 w 9993"/>
              <a:gd name="connsiteY0" fmla="*/ 0 h 10009"/>
              <a:gd name="connsiteX1" fmla="*/ 9993 w 9993"/>
              <a:gd name="connsiteY1" fmla="*/ 646 h 10009"/>
              <a:gd name="connsiteX2" fmla="*/ 9993 w 9993"/>
              <a:gd name="connsiteY2" fmla="*/ 9058 h 10009"/>
              <a:gd name="connsiteX3" fmla="*/ 0 w 9993"/>
              <a:gd name="connsiteY3" fmla="*/ 10009 h 10009"/>
              <a:gd name="connsiteX4" fmla="*/ 0 w 9993"/>
              <a:gd name="connsiteY4" fmla="*/ 0 h 10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993" h="10009">
                <a:moveTo>
                  <a:pt x="0" y="0"/>
                </a:moveTo>
                <a:lnTo>
                  <a:pt x="9993" y="646"/>
                </a:lnTo>
                <a:cubicBezTo>
                  <a:pt x="9995" y="3767"/>
                  <a:pt x="9991" y="5937"/>
                  <a:pt x="9993" y="9058"/>
                </a:cubicBezTo>
                <a:lnTo>
                  <a:pt x="0" y="10009"/>
                </a:lnTo>
                <a:cubicBezTo>
                  <a:pt x="2" y="6669"/>
                  <a:pt x="-2" y="3340"/>
                  <a:pt x="0" y="0"/>
                </a:cubicBezTo>
                <a:close/>
              </a:path>
            </a:pathLst>
          </a:cu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717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7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CC9800D-A3B5-4FC3-BA5C-B074691F11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919863" y="2615491"/>
            <a:ext cx="2862902" cy="498403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6632D22B-A0B2-4009-BEF6-752BADE996F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32157" y="3266067"/>
            <a:ext cx="1570121" cy="274119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04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6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C4E2EC1-35CD-48F8-B82F-BCA7BCE6CC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44013" y="1628801"/>
            <a:ext cx="1911063" cy="3425493"/>
          </a:xfrm>
          <a:custGeom>
            <a:avLst/>
            <a:gdLst>
              <a:gd name="connsiteX0" fmla="*/ 0 w 1911063"/>
              <a:gd name="connsiteY0" fmla="*/ 0 h 3425493"/>
              <a:gd name="connsiteX1" fmla="*/ 1911063 w 1911063"/>
              <a:gd name="connsiteY1" fmla="*/ 0 h 3425493"/>
              <a:gd name="connsiteX2" fmla="*/ 1911063 w 1911063"/>
              <a:gd name="connsiteY2" fmla="*/ 3425493 h 3425493"/>
              <a:gd name="connsiteX3" fmla="*/ 0 w 1911063"/>
              <a:gd name="connsiteY3" fmla="*/ 3425493 h 3425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1063" h="3425493">
                <a:moveTo>
                  <a:pt x="0" y="0"/>
                </a:moveTo>
                <a:lnTo>
                  <a:pt x="1911063" y="0"/>
                </a:lnTo>
                <a:lnTo>
                  <a:pt x="1911063" y="3425493"/>
                </a:lnTo>
                <a:lnTo>
                  <a:pt x="0" y="342549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733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8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58C9E6E-7B87-4737-A188-51EFC1AF602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42218" y="1846810"/>
            <a:ext cx="1899862" cy="331447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23FB705-7D90-478B-AE79-21CCF24A515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40538" y="1765530"/>
            <a:ext cx="1991302" cy="34973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4E28F855-B85F-4108-B531-6D979ACC3E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9174" y="3360650"/>
            <a:ext cx="12201174" cy="34973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776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2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B3B94FFF-BBCE-42E5-9370-C5CDE682A6E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841422" y="2984390"/>
            <a:ext cx="1666780" cy="2891990"/>
          </a:xfrm>
          <a:custGeom>
            <a:avLst/>
            <a:gdLst>
              <a:gd name="connsiteX0" fmla="*/ 0 w 1666780"/>
              <a:gd name="connsiteY0" fmla="*/ 0 h 2891990"/>
              <a:gd name="connsiteX1" fmla="*/ 1666780 w 1666780"/>
              <a:gd name="connsiteY1" fmla="*/ 0 h 2891990"/>
              <a:gd name="connsiteX2" fmla="*/ 1666780 w 1666780"/>
              <a:gd name="connsiteY2" fmla="*/ 2891990 h 2891990"/>
              <a:gd name="connsiteX3" fmla="*/ 0 w 1666780"/>
              <a:gd name="connsiteY3" fmla="*/ 2891990 h 2891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6780" h="2891990">
                <a:moveTo>
                  <a:pt x="0" y="0"/>
                </a:moveTo>
                <a:lnTo>
                  <a:pt x="1666780" y="0"/>
                </a:lnTo>
                <a:lnTo>
                  <a:pt x="1666780" y="2891990"/>
                </a:lnTo>
                <a:lnTo>
                  <a:pt x="0" y="289199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E1CCB1E5-42E5-484C-AA9D-6863C7C727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683795" y="2984390"/>
            <a:ext cx="1666780" cy="2891990"/>
          </a:xfrm>
          <a:custGeom>
            <a:avLst/>
            <a:gdLst>
              <a:gd name="connsiteX0" fmla="*/ 0 w 1666780"/>
              <a:gd name="connsiteY0" fmla="*/ 0 h 2891990"/>
              <a:gd name="connsiteX1" fmla="*/ 1666780 w 1666780"/>
              <a:gd name="connsiteY1" fmla="*/ 0 h 2891990"/>
              <a:gd name="connsiteX2" fmla="*/ 1666780 w 1666780"/>
              <a:gd name="connsiteY2" fmla="*/ 2891990 h 2891990"/>
              <a:gd name="connsiteX3" fmla="*/ 0 w 1666780"/>
              <a:gd name="connsiteY3" fmla="*/ 2891990 h 2891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6780" h="2891990">
                <a:moveTo>
                  <a:pt x="0" y="0"/>
                </a:moveTo>
                <a:lnTo>
                  <a:pt x="1666780" y="0"/>
                </a:lnTo>
                <a:lnTo>
                  <a:pt x="1666780" y="2891990"/>
                </a:lnTo>
                <a:lnTo>
                  <a:pt x="0" y="289199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013979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9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376F37-1C08-45AF-8BD0-167BFECB2CF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714194A-0C47-432F-8C28-844A45734E3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04391" y="2123235"/>
            <a:ext cx="1760487" cy="306628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84DD21FC-938B-42BB-834E-843D5BA2825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77471" y="2309751"/>
            <a:ext cx="1552669" cy="26956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4779F1EC-6DF2-4259-B725-F8B30837673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68816" y="2309751"/>
            <a:ext cx="1552669" cy="26956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BE118087-9F95-4866-BBDA-72660FF04B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79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0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9E8DC305-D1FA-4C75-A8EC-5FC316C422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35166" y="1988840"/>
            <a:ext cx="1588632" cy="27950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67BDC00C-0503-4C49-83F0-641EF22500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57537" y="1988840"/>
            <a:ext cx="1588632" cy="27950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37CAC68E-20A4-4917-AB03-958FF99EF4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75095" y="1988840"/>
            <a:ext cx="1588632" cy="27950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920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1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9E8DC305-D1FA-4C75-A8EC-5FC316C422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53243" y="3062917"/>
            <a:ext cx="1588632" cy="27950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67BDC00C-0503-4C49-83F0-641EF22500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47739" y="1272217"/>
            <a:ext cx="1588632" cy="27950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37CAC68E-20A4-4917-AB03-958FF99EF4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62295" y="102149"/>
            <a:ext cx="1588632" cy="27950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8725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0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6C660AF4-373F-41EA-BA09-740FA305AC7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167217" y="1844590"/>
            <a:ext cx="1746749" cy="3090158"/>
          </a:xfrm>
          <a:custGeom>
            <a:avLst/>
            <a:gdLst>
              <a:gd name="connsiteX0" fmla="*/ 0 w 1746749"/>
              <a:gd name="connsiteY0" fmla="*/ 0 h 3090158"/>
              <a:gd name="connsiteX1" fmla="*/ 1746749 w 1746749"/>
              <a:gd name="connsiteY1" fmla="*/ 0 h 3090158"/>
              <a:gd name="connsiteX2" fmla="*/ 1746749 w 1746749"/>
              <a:gd name="connsiteY2" fmla="*/ 3090158 h 3090158"/>
              <a:gd name="connsiteX3" fmla="*/ 0 w 1746749"/>
              <a:gd name="connsiteY3" fmla="*/ 3090158 h 309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6749" h="3090158">
                <a:moveTo>
                  <a:pt x="0" y="0"/>
                </a:moveTo>
                <a:lnTo>
                  <a:pt x="1746749" y="0"/>
                </a:lnTo>
                <a:lnTo>
                  <a:pt x="1746749" y="3090158"/>
                </a:lnTo>
                <a:lnTo>
                  <a:pt x="0" y="309015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247690EC-3405-4E74-9B03-A516BB9099B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81484" y="1844590"/>
            <a:ext cx="1746749" cy="3090158"/>
          </a:xfrm>
          <a:custGeom>
            <a:avLst/>
            <a:gdLst>
              <a:gd name="connsiteX0" fmla="*/ 0 w 1746749"/>
              <a:gd name="connsiteY0" fmla="*/ 0 h 3090158"/>
              <a:gd name="connsiteX1" fmla="*/ 1746749 w 1746749"/>
              <a:gd name="connsiteY1" fmla="*/ 0 h 3090158"/>
              <a:gd name="connsiteX2" fmla="*/ 1746749 w 1746749"/>
              <a:gd name="connsiteY2" fmla="*/ 3090158 h 3090158"/>
              <a:gd name="connsiteX3" fmla="*/ 0 w 1746749"/>
              <a:gd name="connsiteY3" fmla="*/ 3090158 h 3090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6749" h="3090158">
                <a:moveTo>
                  <a:pt x="0" y="0"/>
                </a:moveTo>
                <a:lnTo>
                  <a:pt x="1746749" y="0"/>
                </a:lnTo>
                <a:lnTo>
                  <a:pt x="1746749" y="3090158"/>
                </a:lnTo>
                <a:lnTo>
                  <a:pt x="0" y="309015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55314FE4-2CA7-427F-8C8D-61F0227C047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289923" y="1452104"/>
            <a:ext cx="2115605" cy="3650723"/>
          </a:xfrm>
          <a:custGeom>
            <a:avLst/>
            <a:gdLst>
              <a:gd name="connsiteX0" fmla="*/ 0 w 2115605"/>
              <a:gd name="connsiteY0" fmla="*/ 0 h 3650723"/>
              <a:gd name="connsiteX1" fmla="*/ 2115605 w 2115605"/>
              <a:gd name="connsiteY1" fmla="*/ 0 h 3650723"/>
              <a:gd name="connsiteX2" fmla="*/ 2115605 w 2115605"/>
              <a:gd name="connsiteY2" fmla="*/ 3650723 h 3650723"/>
              <a:gd name="connsiteX3" fmla="*/ 0 w 2115605"/>
              <a:gd name="connsiteY3" fmla="*/ 3650723 h 365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15605" h="3650723">
                <a:moveTo>
                  <a:pt x="0" y="0"/>
                </a:moveTo>
                <a:lnTo>
                  <a:pt x="2115605" y="0"/>
                </a:lnTo>
                <a:lnTo>
                  <a:pt x="2115605" y="3650723"/>
                </a:lnTo>
                <a:lnTo>
                  <a:pt x="0" y="365072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2474491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8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37CAC68E-20A4-4917-AB03-958FF99EF4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289709" y="1357470"/>
            <a:ext cx="3337590" cy="440517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9E8DC305-D1FA-4C75-A8EC-5FC316C422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50664" y="2961656"/>
            <a:ext cx="1588632" cy="28500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272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2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FB91CA0-B5FE-45F9-A232-8D083C8D59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0160" y="2966407"/>
            <a:ext cx="12202160" cy="389159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96659A30-EEC6-44FD-965C-E821AFCAF84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534750" y="2134825"/>
            <a:ext cx="2149010" cy="284357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0C537832-7B93-4C65-AAC4-EB6F2E4BBE5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943934" y="1990474"/>
            <a:ext cx="2340785" cy="30895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D76D51DA-3E88-4008-AD00-1E1BEF25CA0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528560" y="2134825"/>
            <a:ext cx="2164080" cy="284357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701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3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0C537832-7B93-4C65-AAC4-EB6F2E4BBE5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458794" y="1208284"/>
            <a:ext cx="3303598" cy="436031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515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4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C16F2FF-45A0-412D-86B3-B7F3AFDDEC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884064" y="1284682"/>
            <a:ext cx="2699768" cy="365648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528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9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0E112C98-16E2-43CE-84D2-7E25AC67349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80820" y="2114216"/>
            <a:ext cx="2359419" cy="314061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406A819-3C59-4DA7-B484-7F8944E8814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511958" y="3287110"/>
            <a:ext cx="3134271" cy="235366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467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0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3A38EA06-B660-4829-A21D-699F639644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105036" y="3084131"/>
            <a:ext cx="2864204" cy="18026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91DDD39-8B9B-486A-B021-222EE934C60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254157" y="3084131"/>
            <a:ext cx="2864204" cy="18026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BC7AD693-9E71-4649-8E12-BB974924D2D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45441" y="2019435"/>
            <a:ext cx="4714407" cy="29573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878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1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2E4836EE-3660-431C-B816-24C059DA05A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43981" y="1135157"/>
            <a:ext cx="6947891" cy="435124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963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2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14DA796-0487-40B5-BC5C-1B4FC5145D5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82575" y="-1"/>
            <a:ext cx="7809422" cy="6858003"/>
          </a:xfrm>
          <a:custGeom>
            <a:avLst/>
            <a:gdLst>
              <a:gd name="connsiteX0" fmla="*/ 3872684 w 7809422"/>
              <a:gd name="connsiteY0" fmla="*/ 0 h 6858003"/>
              <a:gd name="connsiteX1" fmla="*/ 7809422 w 7809422"/>
              <a:gd name="connsiteY1" fmla="*/ 1 h 6858003"/>
              <a:gd name="connsiteX2" fmla="*/ 7809422 w 7809422"/>
              <a:gd name="connsiteY2" fmla="*/ 6858003 h 6858003"/>
              <a:gd name="connsiteX3" fmla="*/ 0 w 7809422"/>
              <a:gd name="connsiteY3" fmla="*/ 6858003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09422" h="6858003">
                <a:moveTo>
                  <a:pt x="3872684" y="0"/>
                </a:moveTo>
                <a:lnTo>
                  <a:pt x="7809422" y="1"/>
                </a:lnTo>
                <a:lnTo>
                  <a:pt x="7809422" y="6858003"/>
                </a:lnTo>
                <a:lnTo>
                  <a:pt x="0" y="685800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28E47114-0FFE-42F7-A089-8888A62CD1E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67350" y="1258075"/>
            <a:ext cx="4362450" cy="2472571"/>
          </a:xfrm>
          <a:custGeom>
            <a:avLst/>
            <a:gdLst>
              <a:gd name="connsiteX0" fmla="*/ 0 w 4362450"/>
              <a:gd name="connsiteY0" fmla="*/ 0 h 2472571"/>
              <a:gd name="connsiteX1" fmla="*/ 4362450 w 4362450"/>
              <a:gd name="connsiteY1" fmla="*/ 0 h 2472571"/>
              <a:gd name="connsiteX2" fmla="*/ 4362450 w 4362450"/>
              <a:gd name="connsiteY2" fmla="*/ 2472571 h 2472571"/>
              <a:gd name="connsiteX3" fmla="*/ 0 w 4362450"/>
              <a:gd name="connsiteY3" fmla="*/ 2472571 h 2472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62450" h="2472571">
                <a:moveTo>
                  <a:pt x="0" y="0"/>
                </a:moveTo>
                <a:lnTo>
                  <a:pt x="4362450" y="0"/>
                </a:lnTo>
                <a:lnTo>
                  <a:pt x="4362450" y="2472571"/>
                </a:lnTo>
                <a:lnTo>
                  <a:pt x="0" y="247257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F6FA911E-2425-4C02-A988-8E0E4D94037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910898" y="3108305"/>
            <a:ext cx="3765565" cy="2357657"/>
          </a:xfrm>
          <a:custGeom>
            <a:avLst/>
            <a:gdLst>
              <a:gd name="connsiteX0" fmla="*/ 0 w 3765565"/>
              <a:gd name="connsiteY0" fmla="*/ 0 h 2357657"/>
              <a:gd name="connsiteX1" fmla="*/ 3765565 w 3765565"/>
              <a:gd name="connsiteY1" fmla="*/ 0 h 2357657"/>
              <a:gd name="connsiteX2" fmla="*/ 3765565 w 3765565"/>
              <a:gd name="connsiteY2" fmla="*/ 2357657 h 2357657"/>
              <a:gd name="connsiteX3" fmla="*/ 0 w 3765565"/>
              <a:gd name="connsiteY3" fmla="*/ 2357657 h 2357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5565" h="2357657">
                <a:moveTo>
                  <a:pt x="0" y="0"/>
                </a:moveTo>
                <a:lnTo>
                  <a:pt x="3765565" y="0"/>
                </a:lnTo>
                <a:lnTo>
                  <a:pt x="3765565" y="2357657"/>
                </a:lnTo>
                <a:lnTo>
                  <a:pt x="0" y="235765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78877BC5-E0EF-445F-B62B-E5F192F4191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940636" y="4632933"/>
            <a:ext cx="588168" cy="1027670"/>
          </a:xfrm>
          <a:custGeom>
            <a:avLst/>
            <a:gdLst>
              <a:gd name="connsiteX0" fmla="*/ 0 w 588168"/>
              <a:gd name="connsiteY0" fmla="*/ 0 h 1027670"/>
              <a:gd name="connsiteX1" fmla="*/ 588168 w 588168"/>
              <a:gd name="connsiteY1" fmla="*/ 0 h 1027670"/>
              <a:gd name="connsiteX2" fmla="*/ 588168 w 588168"/>
              <a:gd name="connsiteY2" fmla="*/ 1027670 h 1027670"/>
              <a:gd name="connsiteX3" fmla="*/ 0 w 588168"/>
              <a:gd name="connsiteY3" fmla="*/ 1027670 h 1027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8168" h="1027670">
                <a:moveTo>
                  <a:pt x="0" y="0"/>
                </a:moveTo>
                <a:lnTo>
                  <a:pt x="588168" y="0"/>
                </a:lnTo>
                <a:lnTo>
                  <a:pt x="588168" y="1027670"/>
                </a:lnTo>
                <a:lnTo>
                  <a:pt x="0" y="102767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7DD7D5EF-1F6F-4E8F-A15A-6660395BE4D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616632" y="3108465"/>
            <a:ext cx="1479368" cy="1963119"/>
          </a:xfrm>
          <a:custGeom>
            <a:avLst/>
            <a:gdLst>
              <a:gd name="connsiteX0" fmla="*/ 0 w 1479368"/>
              <a:gd name="connsiteY0" fmla="*/ 0 h 1963119"/>
              <a:gd name="connsiteX1" fmla="*/ 1479368 w 1479368"/>
              <a:gd name="connsiteY1" fmla="*/ 0 h 1963119"/>
              <a:gd name="connsiteX2" fmla="*/ 1479368 w 1479368"/>
              <a:gd name="connsiteY2" fmla="*/ 1963119 h 1963119"/>
              <a:gd name="connsiteX3" fmla="*/ 0 w 1479368"/>
              <a:gd name="connsiteY3" fmla="*/ 1963119 h 1963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79368" h="1963119">
                <a:moveTo>
                  <a:pt x="0" y="0"/>
                </a:moveTo>
                <a:lnTo>
                  <a:pt x="1479368" y="0"/>
                </a:lnTo>
                <a:lnTo>
                  <a:pt x="1479368" y="1963119"/>
                </a:lnTo>
                <a:lnTo>
                  <a:pt x="0" y="1963119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059077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3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8B928B-F50F-4540-A057-83B6848C065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35960" y="1402703"/>
            <a:ext cx="5400600" cy="3060978"/>
          </a:xfrm>
          <a:custGeom>
            <a:avLst/>
            <a:gdLst>
              <a:gd name="connsiteX0" fmla="*/ 0 w 4362450"/>
              <a:gd name="connsiteY0" fmla="*/ 0 h 2472571"/>
              <a:gd name="connsiteX1" fmla="*/ 4362450 w 4362450"/>
              <a:gd name="connsiteY1" fmla="*/ 0 h 2472571"/>
              <a:gd name="connsiteX2" fmla="*/ 4362450 w 4362450"/>
              <a:gd name="connsiteY2" fmla="*/ 2472571 h 2472571"/>
              <a:gd name="connsiteX3" fmla="*/ 0 w 4362450"/>
              <a:gd name="connsiteY3" fmla="*/ 2472571 h 2472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62450" h="2472571">
                <a:moveTo>
                  <a:pt x="0" y="0"/>
                </a:moveTo>
                <a:lnTo>
                  <a:pt x="4362450" y="0"/>
                </a:lnTo>
                <a:lnTo>
                  <a:pt x="4362450" y="2472571"/>
                </a:lnTo>
                <a:lnTo>
                  <a:pt x="0" y="247257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529512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1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1142E01E-D89D-4C02-8FC1-5129D76C16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96688" y="951023"/>
            <a:ext cx="5472608" cy="3060450"/>
          </a:xfrm>
          <a:custGeom>
            <a:avLst/>
            <a:gdLst>
              <a:gd name="connsiteX0" fmla="*/ 0 w 3509775"/>
              <a:gd name="connsiteY0" fmla="*/ 0 h 1983075"/>
              <a:gd name="connsiteX1" fmla="*/ 3509775 w 3509775"/>
              <a:gd name="connsiteY1" fmla="*/ 0 h 1983075"/>
              <a:gd name="connsiteX2" fmla="*/ 3509775 w 3509775"/>
              <a:gd name="connsiteY2" fmla="*/ 1983075 h 1983075"/>
              <a:gd name="connsiteX3" fmla="*/ 0 w 3509775"/>
              <a:gd name="connsiteY3" fmla="*/ 1983075 h 1983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9775" h="1983075">
                <a:moveTo>
                  <a:pt x="0" y="0"/>
                </a:moveTo>
                <a:lnTo>
                  <a:pt x="3509775" y="0"/>
                </a:lnTo>
                <a:lnTo>
                  <a:pt x="3509775" y="1983075"/>
                </a:lnTo>
                <a:lnTo>
                  <a:pt x="0" y="19830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733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4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802549" y="2556969"/>
            <a:ext cx="3053173" cy="173055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679044A-5B3C-4E2A-9C54-35C784D909F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12160" y="3611676"/>
            <a:ext cx="1085138" cy="143964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CF6BE8B-E177-452C-B51F-A6A38A5CD2A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924566" y="4046962"/>
            <a:ext cx="562130" cy="97741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6D9191B-4295-487D-93E2-22C82A208E7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422035" y="3606255"/>
            <a:ext cx="2205028" cy="13938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237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5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830889" y="684213"/>
            <a:ext cx="3984625" cy="3986213"/>
          </a:xfrm>
          <a:custGeom>
            <a:avLst/>
            <a:gdLst>
              <a:gd name="connsiteX0" fmla="*/ 3149600 w 3984625"/>
              <a:gd name="connsiteY0" fmla="*/ 0 h 3986213"/>
              <a:gd name="connsiteX1" fmla="*/ 3984625 w 3984625"/>
              <a:gd name="connsiteY1" fmla="*/ 3154363 h 3986213"/>
              <a:gd name="connsiteX2" fmla="*/ 835025 w 3984625"/>
              <a:gd name="connsiteY2" fmla="*/ 3986213 h 3986213"/>
              <a:gd name="connsiteX3" fmla="*/ 0 w 3984625"/>
              <a:gd name="connsiteY3" fmla="*/ 835025 h 398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84625" h="3986213">
                <a:moveTo>
                  <a:pt x="3149600" y="0"/>
                </a:moveTo>
                <a:lnTo>
                  <a:pt x="3984625" y="3154363"/>
                </a:lnTo>
                <a:lnTo>
                  <a:pt x="835025" y="3986213"/>
                </a:lnTo>
                <a:lnTo>
                  <a:pt x="0" y="83502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004300" y="1825625"/>
            <a:ext cx="3238500" cy="3238500"/>
          </a:xfrm>
          <a:custGeom>
            <a:avLst/>
            <a:gdLst>
              <a:gd name="connsiteX0" fmla="*/ 688975 w 3238500"/>
              <a:gd name="connsiteY0" fmla="*/ 0 h 3238500"/>
              <a:gd name="connsiteX1" fmla="*/ 3238500 w 3238500"/>
              <a:gd name="connsiteY1" fmla="*/ 687388 h 3238500"/>
              <a:gd name="connsiteX2" fmla="*/ 2551112 w 3238500"/>
              <a:gd name="connsiteY2" fmla="*/ 3238500 h 3238500"/>
              <a:gd name="connsiteX3" fmla="*/ 0 w 3238500"/>
              <a:gd name="connsiteY3" fmla="*/ 2551113 h 323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3238500">
                <a:moveTo>
                  <a:pt x="688975" y="0"/>
                </a:moveTo>
                <a:lnTo>
                  <a:pt x="3238500" y="687388"/>
                </a:lnTo>
                <a:lnTo>
                  <a:pt x="2551112" y="3238500"/>
                </a:lnTo>
                <a:lnTo>
                  <a:pt x="0" y="255111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364163" y="3451225"/>
            <a:ext cx="2601913" cy="2601913"/>
          </a:xfrm>
          <a:custGeom>
            <a:avLst/>
            <a:gdLst>
              <a:gd name="connsiteX0" fmla="*/ 552450 w 2601913"/>
              <a:gd name="connsiteY0" fmla="*/ 0 h 2601913"/>
              <a:gd name="connsiteX1" fmla="*/ 2601913 w 2601913"/>
              <a:gd name="connsiteY1" fmla="*/ 552450 h 2601913"/>
              <a:gd name="connsiteX2" fmla="*/ 2049463 w 2601913"/>
              <a:gd name="connsiteY2" fmla="*/ 2601913 h 2601913"/>
              <a:gd name="connsiteX3" fmla="*/ 0 w 2601913"/>
              <a:gd name="connsiteY3" fmla="*/ 2052638 h 2601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1913" h="2601913">
                <a:moveTo>
                  <a:pt x="552450" y="0"/>
                </a:moveTo>
                <a:lnTo>
                  <a:pt x="2601913" y="552450"/>
                </a:lnTo>
                <a:lnTo>
                  <a:pt x="2049463" y="2601913"/>
                </a:lnTo>
                <a:lnTo>
                  <a:pt x="0" y="205263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855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6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625884" y="2679700"/>
            <a:ext cx="2717893" cy="2724150"/>
          </a:xfrm>
          <a:custGeom>
            <a:avLst/>
            <a:gdLst>
              <a:gd name="connsiteX0" fmla="*/ 2146393 w 2717893"/>
              <a:gd name="connsiteY0" fmla="*/ 0 h 2724150"/>
              <a:gd name="connsiteX1" fmla="*/ 2717893 w 2717893"/>
              <a:gd name="connsiteY1" fmla="*/ 2152650 h 2724150"/>
              <a:gd name="connsiteX2" fmla="*/ 566830 w 2717893"/>
              <a:gd name="connsiteY2" fmla="*/ 2724150 h 2724150"/>
              <a:gd name="connsiteX3" fmla="*/ 0 w 2717893"/>
              <a:gd name="connsiteY3" fmla="*/ 589090 h 2724150"/>
              <a:gd name="connsiteX4" fmla="*/ 5479 w 2717893"/>
              <a:gd name="connsiteY4" fmla="*/ 568804 h 2724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17893" h="2724150">
                <a:moveTo>
                  <a:pt x="2146393" y="0"/>
                </a:moveTo>
                <a:lnTo>
                  <a:pt x="2717893" y="2152650"/>
                </a:lnTo>
                <a:lnTo>
                  <a:pt x="566830" y="2724150"/>
                </a:lnTo>
                <a:lnTo>
                  <a:pt x="0" y="589090"/>
                </a:lnTo>
                <a:lnTo>
                  <a:pt x="5479" y="56880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606551" y="1870075"/>
            <a:ext cx="2722563" cy="2725738"/>
          </a:xfrm>
          <a:custGeom>
            <a:avLst/>
            <a:gdLst>
              <a:gd name="connsiteX0" fmla="*/ 569913 w 2722563"/>
              <a:gd name="connsiteY0" fmla="*/ 0 h 2725738"/>
              <a:gd name="connsiteX1" fmla="*/ 2722563 w 2722563"/>
              <a:gd name="connsiteY1" fmla="*/ 573088 h 2725738"/>
              <a:gd name="connsiteX2" fmla="*/ 2151063 w 2722563"/>
              <a:gd name="connsiteY2" fmla="*/ 2725738 h 2725738"/>
              <a:gd name="connsiteX3" fmla="*/ 0 w 2722563"/>
              <a:gd name="connsiteY3" fmla="*/ 2154238 h 272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22563" h="2725738">
                <a:moveTo>
                  <a:pt x="569913" y="0"/>
                </a:moveTo>
                <a:lnTo>
                  <a:pt x="2722563" y="573088"/>
                </a:lnTo>
                <a:lnTo>
                  <a:pt x="2151063" y="2725738"/>
                </a:lnTo>
                <a:lnTo>
                  <a:pt x="0" y="215423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552825" y="1563688"/>
            <a:ext cx="2225675" cy="2227263"/>
          </a:xfrm>
          <a:custGeom>
            <a:avLst/>
            <a:gdLst>
              <a:gd name="connsiteX0" fmla="*/ 0 w 2225675"/>
              <a:gd name="connsiteY0" fmla="*/ 0 h 2227263"/>
              <a:gd name="connsiteX1" fmla="*/ 2225675 w 2225675"/>
              <a:gd name="connsiteY1" fmla="*/ 0 h 2227263"/>
              <a:gd name="connsiteX2" fmla="*/ 2225675 w 2225675"/>
              <a:gd name="connsiteY2" fmla="*/ 2227263 h 2227263"/>
              <a:gd name="connsiteX3" fmla="*/ 0 w 2225675"/>
              <a:gd name="connsiteY3" fmla="*/ 2227263 h 2227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5675" h="2227263">
                <a:moveTo>
                  <a:pt x="0" y="0"/>
                </a:moveTo>
                <a:lnTo>
                  <a:pt x="2225675" y="0"/>
                </a:lnTo>
                <a:lnTo>
                  <a:pt x="2225675" y="2227263"/>
                </a:lnTo>
                <a:lnTo>
                  <a:pt x="0" y="222726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-284163" y="1316038"/>
            <a:ext cx="2719388" cy="2722563"/>
          </a:xfrm>
          <a:custGeom>
            <a:avLst/>
            <a:gdLst>
              <a:gd name="connsiteX0" fmla="*/ 2151063 w 2719388"/>
              <a:gd name="connsiteY0" fmla="*/ 0 h 2722563"/>
              <a:gd name="connsiteX1" fmla="*/ 2719388 w 2719388"/>
              <a:gd name="connsiteY1" fmla="*/ 2154238 h 2722563"/>
              <a:gd name="connsiteX2" fmla="*/ 571500 w 2719388"/>
              <a:gd name="connsiteY2" fmla="*/ 2722563 h 2722563"/>
              <a:gd name="connsiteX3" fmla="*/ 0 w 2719388"/>
              <a:gd name="connsiteY3" fmla="*/ 568325 h 2722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9388" h="2722563">
                <a:moveTo>
                  <a:pt x="2151063" y="0"/>
                </a:moveTo>
                <a:lnTo>
                  <a:pt x="2719388" y="2154238"/>
                </a:lnTo>
                <a:lnTo>
                  <a:pt x="571500" y="2722563"/>
                </a:lnTo>
                <a:lnTo>
                  <a:pt x="0" y="56832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068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7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9DDF57A-5827-4FFF-862C-1E30021A234A}"/>
              </a:ext>
            </a:extLst>
          </p:cNvPr>
          <p:cNvSpPr/>
          <p:nvPr userDrawn="1"/>
        </p:nvSpPr>
        <p:spPr>
          <a:xfrm>
            <a:off x="5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06438" y="1957389"/>
            <a:ext cx="2289175" cy="2295525"/>
          </a:xfrm>
          <a:custGeom>
            <a:avLst/>
            <a:gdLst>
              <a:gd name="connsiteX0" fmla="*/ 0 w 2289175"/>
              <a:gd name="connsiteY0" fmla="*/ 0 h 2295525"/>
              <a:gd name="connsiteX1" fmla="*/ 2289175 w 2289175"/>
              <a:gd name="connsiteY1" fmla="*/ 0 h 2295525"/>
              <a:gd name="connsiteX2" fmla="*/ 2289175 w 2289175"/>
              <a:gd name="connsiteY2" fmla="*/ 2295525 h 2295525"/>
              <a:gd name="connsiteX3" fmla="*/ 0 w 2289175"/>
              <a:gd name="connsiteY3" fmla="*/ 2295525 h 2295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9175" h="2295525">
                <a:moveTo>
                  <a:pt x="0" y="0"/>
                </a:moveTo>
                <a:lnTo>
                  <a:pt x="2289175" y="0"/>
                </a:lnTo>
                <a:lnTo>
                  <a:pt x="2289175" y="2295525"/>
                </a:lnTo>
                <a:lnTo>
                  <a:pt x="0" y="229552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484438" y="1104900"/>
            <a:ext cx="2371725" cy="1803400"/>
          </a:xfrm>
          <a:custGeom>
            <a:avLst/>
            <a:gdLst>
              <a:gd name="connsiteX0" fmla="*/ 0 w 2371725"/>
              <a:gd name="connsiteY0" fmla="*/ 0 h 1803400"/>
              <a:gd name="connsiteX1" fmla="*/ 2371725 w 2371725"/>
              <a:gd name="connsiteY1" fmla="*/ 0 h 1803400"/>
              <a:gd name="connsiteX2" fmla="*/ 2371725 w 2371725"/>
              <a:gd name="connsiteY2" fmla="*/ 1803400 h 1803400"/>
              <a:gd name="connsiteX3" fmla="*/ 0 w 2371725"/>
              <a:gd name="connsiteY3" fmla="*/ 1803400 h 180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1725" h="1803400">
                <a:moveTo>
                  <a:pt x="0" y="0"/>
                </a:moveTo>
                <a:lnTo>
                  <a:pt x="2371725" y="0"/>
                </a:lnTo>
                <a:lnTo>
                  <a:pt x="2371725" y="1803400"/>
                </a:lnTo>
                <a:lnTo>
                  <a:pt x="0" y="18034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235575" y="2000250"/>
            <a:ext cx="1506538" cy="1506538"/>
          </a:xfrm>
          <a:custGeom>
            <a:avLst/>
            <a:gdLst>
              <a:gd name="connsiteX0" fmla="*/ 0 w 1506538"/>
              <a:gd name="connsiteY0" fmla="*/ 0 h 1506538"/>
              <a:gd name="connsiteX1" fmla="*/ 1506538 w 1506538"/>
              <a:gd name="connsiteY1" fmla="*/ 0 h 1506538"/>
              <a:gd name="connsiteX2" fmla="*/ 1506538 w 1506538"/>
              <a:gd name="connsiteY2" fmla="*/ 1506538 h 1506538"/>
              <a:gd name="connsiteX3" fmla="*/ 0 w 1506538"/>
              <a:gd name="connsiteY3" fmla="*/ 1506538 h 1506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06538" h="1506538">
                <a:moveTo>
                  <a:pt x="0" y="0"/>
                </a:moveTo>
                <a:lnTo>
                  <a:pt x="1506538" y="0"/>
                </a:lnTo>
                <a:lnTo>
                  <a:pt x="1506538" y="1506538"/>
                </a:lnTo>
                <a:lnTo>
                  <a:pt x="0" y="150653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417888" y="3074989"/>
            <a:ext cx="2332038" cy="2333625"/>
          </a:xfrm>
          <a:custGeom>
            <a:avLst/>
            <a:gdLst>
              <a:gd name="connsiteX0" fmla="*/ 0 w 2332038"/>
              <a:gd name="connsiteY0" fmla="*/ 0 h 2333625"/>
              <a:gd name="connsiteX1" fmla="*/ 2332038 w 2332038"/>
              <a:gd name="connsiteY1" fmla="*/ 0 h 2333625"/>
              <a:gd name="connsiteX2" fmla="*/ 2332038 w 2332038"/>
              <a:gd name="connsiteY2" fmla="*/ 2333625 h 2333625"/>
              <a:gd name="connsiteX3" fmla="*/ 0 w 2332038"/>
              <a:gd name="connsiteY3" fmla="*/ 2333625 h 2333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2038" h="2333625">
                <a:moveTo>
                  <a:pt x="0" y="0"/>
                </a:moveTo>
                <a:lnTo>
                  <a:pt x="2332038" y="0"/>
                </a:lnTo>
                <a:lnTo>
                  <a:pt x="2332038" y="2333625"/>
                </a:lnTo>
                <a:lnTo>
                  <a:pt x="0" y="233362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146800" y="3090864"/>
            <a:ext cx="1941513" cy="1946275"/>
          </a:xfrm>
          <a:custGeom>
            <a:avLst/>
            <a:gdLst>
              <a:gd name="connsiteX0" fmla="*/ 0 w 1941513"/>
              <a:gd name="connsiteY0" fmla="*/ 0 h 1946275"/>
              <a:gd name="connsiteX1" fmla="*/ 1941513 w 1941513"/>
              <a:gd name="connsiteY1" fmla="*/ 0 h 1946275"/>
              <a:gd name="connsiteX2" fmla="*/ 1941513 w 1941513"/>
              <a:gd name="connsiteY2" fmla="*/ 1946275 h 1946275"/>
              <a:gd name="connsiteX3" fmla="*/ 0 w 1941513"/>
              <a:gd name="connsiteY3" fmla="*/ 1946275 h 1946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1513" h="1946275">
                <a:moveTo>
                  <a:pt x="0" y="0"/>
                </a:moveTo>
                <a:lnTo>
                  <a:pt x="1941513" y="0"/>
                </a:lnTo>
                <a:lnTo>
                  <a:pt x="1941513" y="1946275"/>
                </a:lnTo>
                <a:lnTo>
                  <a:pt x="0" y="19462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531100" y="2000250"/>
            <a:ext cx="1587500" cy="1589088"/>
          </a:xfrm>
          <a:custGeom>
            <a:avLst/>
            <a:gdLst>
              <a:gd name="connsiteX0" fmla="*/ 0 w 1587500"/>
              <a:gd name="connsiteY0" fmla="*/ 0 h 1589088"/>
              <a:gd name="connsiteX1" fmla="*/ 1587500 w 1587500"/>
              <a:gd name="connsiteY1" fmla="*/ 0 h 1589088"/>
              <a:gd name="connsiteX2" fmla="*/ 1587500 w 1587500"/>
              <a:gd name="connsiteY2" fmla="*/ 1589088 h 1589088"/>
              <a:gd name="connsiteX3" fmla="*/ 0 w 1587500"/>
              <a:gd name="connsiteY3" fmla="*/ 1589088 h 158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7500" h="1589088">
                <a:moveTo>
                  <a:pt x="0" y="0"/>
                </a:moveTo>
                <a:lnTo>
                  <a:pt x="1587500" y="0"/>
                </a:lnTo>
                <a:lnTo>
                  <a:pt x="1587500" y="1589088"/>
                </a:lnTo>
                <a:lnTo>
                  <a:pt x="0" y="158908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855075" y="1520826"/>
            <a:ext cx="2605088" cy="2608263"/>
          </a:xfrm>
          <a:custGeom>
            <a:avLst/>
            <a:gdLst>
              <a:gd name="connsiteX0" fmla="*/ 0 w 2605088"/>
              <a:gd name="connsiteY0" fmla="*/ 0 h 2608263"/>
              <a:gd name="connsiteX1" fmla="*/ 2605088 w 2605088"/>
              <a:gd name="connsiteY1" fmla="*/ 0 h 2608263"/>
              <a:gd name="connsiteX2" fmla="*/ 2605088 w 2605088"/>
              <a:gd name="connsiteY2" fmla="*/ 2608263 h 2608263"/>
              <a:gd name="connsiteX3" fmla="*/ 0 w 2605088"/>
              <a:gd name="connsiteY3" fmla="*/ 2608263 h 2608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5088" h="2608263">
                <a:moveTo>
                  <a:pt x="0" y="0"/>
                </a:moveTo>
                <a:lnTo>
                  <a:pt x="2605088" y="0"/>
                </a:lnTo>
                <a:lnTo>
                  <a:pt x="2605088" y="2608263"/>
                </a:lnTo>
                <a:lnTo>
                  <a:pt x="0" y="260826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649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8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9DDF57A-5827-4FFF-862C-1E30021A234A}"/>
              </a:ext>
            </a:extLst>
          </p:cNvPr>
          <p:cNvSpPr/>
          <p:nvPr userDrawn="1"/>
        </p:nvSpPr>
        <p:spPr>
          <a:xfrm>
            <a:off x="5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E8B928B-F50F-4540-A057-83B6848C065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943872" y="0"/>
            <a:ext cx="6556376" cy="6858000"/>
          </a:xfrm>
          <a:custGeom>
            <a:avLst/>
            <a:gdLst>
              <a:gd name="connsiteX0" fmla="*/ 0 w 6556376"/>
              <a:gd name="connsiteY0" fmla="*/ 3896162 h 6858000"/>
              <a:gd name="connsiteX1" fmla="*/ 1527175 w 6556376"/>
              <a:gd name="connsiteY1" fmla="*/ 3896162 h 6858000"/>
              <a:gd name="connsiteX2" fmla="*/ 2338388 w 6556376"/>
              <a:gd name="connsiteY2" fmla="*/ 6858000 h 6858000"/>
              <a:gd name="connsiteX3" fmla="*/ 811213 w 6556376"/>
              <a:gd name="connsiteY3" fmla="*/ 6858000 h 6858000"/>
              <a:gd name="connsiteX4" fmla="*/ 1262063 w 6556376"/>
              <a:gd name="connsiteY4" fmla="*/ 2301206 h 6858000"/>
              <a:gd name="connsiteX5" fmla="*/ 2789238 w 6556376"/>
              <a:gd name="connsiteY5" fmla="*/ 2301206 h 6858000"/>
              <a:gd name="connsiteX6" fmla="*/ 3822701 w 6556376"/>
              <a:gd name="connsiteY6" fmla="*/ 6077824 h 6858000"/>
              <a:gd name="connsiteX7" fmla="*/ 2295525 w 6556376"/>
              <a:gd name="connsiteY7" fmla="*/ 6077824 h 6858000"/>
              <a:gd name="connsiteX8" fmla="*/ 2651125 w 6556376"/>
              <a:gd name="connsiteY8" fmla="*/ 1264640 h 6858000"/>
              <a:gd name="connsiteX9" fmla="*/ 4176713 w 6556376"/>
              <a:gd name="connsiteY9" fmla="*/ 1264640 h 6858000"/>
              <a:gd name="connsiteX10" fmla="*/ 5708650 w 6556376"/>
              <a:gd name="connsiteY10" fmla="*/ 6857999 h 6858000"/>
              <a:gd name="connsiteX11" fmla="*/ 4183063 w 6556376"/>
              <a:gd name="connsiteY11" fmla="*/ 6857999 h 6858000"/>
              <a:gd name="connsiteX12" fmla="*/ 3998913 w 6556376"/>
              <a:gd name="connsiteY12" fmla="*/ 0 h 6858000"/>
              <a:gd name="connsiteX13" fmla="*/ 5526088 w 6556376"/>
              <a:gd name="connsiteY13" fmla="*/ 0 h 6858000"/>
              <a:gd name="connsiteX14" fmla="*/ 6556376 w 6556376"/>
              <a:gd name="connsiteY14" fmla="*/ 3756170 h 6858000"/>
              <a:gd name="connsiteX15" fmla="*/ 5030788 w 6556376"/>
              <a:gd name="connsiteY15" fmla="*/ 37561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556376" h="6858000">
                <a:moveTo>
                  <a:pt x="0" y="3896162"/>
                </a:moveTo>
                <a:lnTo>
                  <a:pt x="1527175" y="3896162"/>
                </a:lnTo>
                <a:lnTo>
                  <a:pt x="2338388" y="6858000"/>
                </a:lnTo>
                <a:lnTo>
                  <a:pt x="811213" y="6858000"/>
                </a:lnTo>
                <a:close/>
                <a:moveTo>
                  <a:pt x="1262063" y="2301206"/>
                </a:moveTo>
                <a:lnTo>
                  <a:pt x="2789238" y="2301206"/>
                </a:lnTo>
                <a:lnTo>
                  <a:pt x="3822701" y="6077824"/>
                </a:lnTo>
                <a:lnTo>
                  <a:pt x="2295525" y="6077824"/>
                </a:lnTo>
                <a:close/>
                <a:moveTo>
                  <a:pt x="2651125" y="1264640"/>
                </a:moveTo>
                <a:lnTo>
                  <a:pt x="4176713" y="1264640"/>
                </a:lnTo>
                <a:lnTo>
                  <a:pt x="5708650" y="6857999"/>
                </a:lnTo>
                <a:lnTo>
                  <a:pt x="4183063" y="6857999"/>
                </a:lnTo>
                <a:close/>
                <a:moveTo>
                  <a:pt x="3998913" y="0"/>
                </a:moveTo>
                <a:lnTo>
                  <a:pt x="5526088" y="0"/>
                </a:lnTo>
                <a:lnTo>
                  <a:pt x="6556376" y="3756170"/>
                </a:lnTo>
                <a:lnTo>
                  <a:pt x="5030788" y="375617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2100262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9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3130" y="-1"/>
            <a:ext cx="6788538" cy="6858001"/>
          </a:xfrm>
          <a:custGeom>
            <a:avLst/>
            <a:gdLst>
              <a:gd name="connsiteX0" fmla="*/ 589916 w 6788538"/>
              <a:gd name="connsiteY0" fmla="*/ 3507470 h 6858001"/>
              <a:gd name="connsiteX1" fmla="*/ 1229930 w 6788538"/>
              <a:gd name="connsiteY1" fmla="*/ 3971164 h 6858001"/>
              <a:gd name="connsiteX2" fmla="*/ 2003787 w 6788538"/>
              <a:gd name="connsiteY2" fmla="*/ 6858001 h 6858001"/>
              <a:gd name="connsiteX3" fmla="*/ 709064 w 6788538"/>
              <a:gd name="connsiteY3" fmla="*/ 6858001 h 6858001"/>
              <a:gd name="connsiteX4" fmla="*/ 21521 w 6788538"/>
              <a:gd name="connsiteY4" fmla="*/ 4295561 h 6858001"/>
              <a:gd name="connsiteX5" fmla="*/ 465001 w 6788538"/>
              <a:gd name="connsiteY5" fmla="*/ 3527722 h 6858001"/>
              <a:gd name="connsiteX6" fmla="*/ 589916 w 6788538"/>
              <a:gd name="connsiteY6" fmla="*/ 3507470 h 6858001"/>
              <a:gd name="connsiteX7" fmla="*/ 1662397 w 6788538"/>
              <a:gd name="connsiteY7" fmla="*/ 2239684 h 6858001"/>
              <a:gd name="connsiteX8" fmla="*/ 2302157 w 6788538"/>
              <a:gd name="connsiteY8" fmla="*/ 2703373 h 6858001"/>
              <a:gd name="connsiteX9" fmla="*/ 3417856 w 6788538"/>
              <a:gd name="connsiteY9" fmla="*/ 6858001 h 6858001"/>
              <a:gd name="connsiteX10" fmla="*/ 2120670 w 6788538"/>
              <a:gd name="connsiteY10" fmla="*/ 6858001 h 6858001"/>
              <a:gd name="connsiteX11" fmla="*/ 1094228 w 6788538"/>
              <a:gd name="connsiteY11" fmla="*/ 3027768 h 6858001"/>
              <a:gd name="connsiteX12" fmla="*/ 1537532 w 6788538"/>
              <a:gd name="connsiteY12" fmla="*/ 2259935 h 6858001"/>
              <a:gd name="connsiteX13" fmla="*/ 1662397 w 6788538"/>
              <a:gd name="connsiteY13" fmla="*/ 2239684 h 6858001"/>
              <a:gd name="connsiteX14" fmla="*/ 2600875 w 6788538"/>
              <a:gd name="connsiteY14" fmla="*/ 185436 h 6858001"/>
              <a:gd name="connsiteX15" fmla="*/ 3242654 w 6788538"/>
              <a:gd name="connsiteY15" fmla="*/ 649178 h 6858001"/>
              <a:gd name="connsiteX16" fmla="*/ 4905854 w 6788538"/>
              <a:gd name="connsiteY16" fmla="*/ 6858001 h 6858001"/>
              <a:gd name="connsiteX17" fmla="*/ 3608618 w 6788538"/>
              <a:gd name="connsiteY17" fmla="*/ 6858001 h 6858001"/>
              <a:gd name="connsiteX18" fmla="*/ 2031702 w 6788538"/>
              <a:gd name="connsiteY18" fmla="*/ 973608 h 6858001"/>
              <a:gd name="connsiteX19" fmla="*/ 2475023 w 6788538"/>
              <a:gd name="connsiteY19" fmla="*/ 205690 h 6858001"/>
              <a:gd name="connsiteX20" fmla="*/ 2600875 w 6788538"/>
              <a:gd name="connsiteY20" fmla="*/ 185436 h 6858001"/>
              <a:gd name="connsiteX21" fmla="*/ 4674633 w 6788538"/>
              <a:gd name="connsiteY21" fmla="*/ 0 h 6858001"/>
              <a:gd name="connsiteX22" fmla="*/ 5972321 w 6788538"/>
              <a:gd name="connsiteY22" fmla="*/ 0 h 6858001"/>
              <a:gd name="connsiteX23" fmla="*/ 6767006 w 6788538"/>
              <a:gd name="connsiteY23" fmla="*/ 2976123 h 6858001"/>
              <a:gd name="connsiteX24" fmla="*/ 6326506 w 6788538"/>
              <a:gd name="connsiteY24" fmla="*/ 3743962 h 6858001"/>
              <a:gd name="connsiteX25" fmla="*/ 5558609 w 6788538"/>
              <a:gd name="connsiteY25" fmla="*/ 3300521 h 6858001"/>
              <a:gd name="connsiteX26" fmla="*/ 3221240 w 6788538"/>
              <a:gd name="connsiteY26" fmla="*/ 0 h 6858001"/>
              <a:gd name="connsiteX27" fmla="*/ 4519029 w 6788538"/>
              <a:gd name="connsiteY27" fmla="*/ 0 h 6858001"/>
              <a:gd name="connsiteX28" fmla="*/ 5980531 w 6788538"/>
              <a:gd name="connsiteY28" fmla="*/ 5459574 h 6858001"/>
              <a:gd name="connsiteX29" fmla="*/ 5539997 w 6788538"/>
              <a:gd name="connsiteY29" fmla="*/ 6224628 h 6858001"/>
              <a:gd name="connsiteX30" fmla="*/ 4772039 w 6788538"/>
              <a:gd name="connsiteY30" fmla="*/ 5784052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788538" h="6858001">
                <a:moveTo>
                  <a:pt x="589916" y="3507470"/>
                </a:moveTo>
                <a:cubicBezTo>
                  <a:pt x="879973" y="3490381"/>
                  <a:pt x="1151800" y="3679504"/>
                  <a:pt x="1229930" y="3971164"/>
                </a:cubicBezTo>
                <a:lnTo>
                  <a:pt x="2003787" y="6858001"/>
                </a:lnTo>
                <a:cubicBezTo>
                  <a:pt x="2003787" y="6858001"/>
                  <a:pt x="2003787" y="6858001"/>
                  <a:pt x="709064" y="6858001"/>
                </a:cubicBezTo>
                <a:cubicBezTo>
                  <a:pt x="709064" y="6858001"/>
                  <a:pt x="709064" y="6858001"/>
                  <a:pt x="21521" y="4295561"/>
                </a:cubicBezTo>
                <a:cubicBezTo>
                  <a:pt x="-67770" y="3962235"/>
                  <a:pt x="128671" y="3617005"/>
                  <a:pt x="465001" y="3527722"/>
                </a:cubicBezTo>
                <a:cubicBezTo>
                  <a:pt x="506670" y="3516561"/>
                  <a:pt x="548479" y="3509912"/>
                  <a:pt x="589916" y="3507470"/>
                </a:cubicBezTo>
                <a:close/>
                <a:moveTo>
                  <a:pt x="1662397" y="2239684"/>
                </a:moveTo>
                <a:cubicBezTo>
                  <a:pt x="1952340" y="2222594"/>
                  <a:pt x="2224058" y="2411716"/>
                  <a:pt x="2302157" y="2703373"/>
                </a:cubicBezTo>
                <a:lnTo>
                  <a:pt x="3417856" y="6858001"/>
                </a:lnTo>
                <a:cubicBezTo>
                  <a:pt x="3417856" y="6858001"/>
                  <a:pt x="3417856" y="6858001"/>
                  <a:pt x="2120670" y="6858001"/>
                </a:cubicBezTo>
                <a:cubicBezTo>
                  <a:pt x="2120670" y="6858001"/>
                  <a:pt x="2120670" y="6858001"/>
                  <a:pt x="1094228" y="3027768"/>
                </a:cubicBezTo>
                <a:cubicBezTo>
                  <a:pt x="1004972" y="2694445"/>
                  <a:pt x="1201335" y="2349218"/>
                  <a:pt x="1537532" y="2259935"/>
                </a:cubicBezTo>
                <a:cubicBezTo>
                  <a:pt x="1579185" y="2248775"/>
                  <a:pt x="1620977" y="2242125"/>
                  <a:pt x="1662397" y="2239684"/>
                </a:cubicBezTo>
                <a:close/>
                <a:moveTo>
                  <a:pt x="2600875" y="185436"/>
                </a:moveTo>
                <a:cubicBezTo>
                  <a:pt x="2892822" y="168345"/>
                  <a:pt x="3164552" y="357488"/>
                  <a:pt x="3242654" y="649178"/>
                </a:cubicBezTo>
                <a:lnTo>
                  <a:pt x="4905854" y="6858001"/>
                </a:lnTo>
                <a:cubicBezTo>
                  <a:pt x="4905854" y="6858001"/>
                  <a:pt x="4905854" y="6858001"/>
                  <a:pt x="3608618" y="6858001"/>
                </a:cubicBezTo>
                <a:cubicBezTo>
                  <a:pt x="3608618" y="6858001"/>
                  <a:pt x="3608618" y="6858001"/>
                  <a:pt x="2031702" y="973608"/>
                </a:cubicBezTo>
                <a:cubicBezTo>
                  <a:pt x="1942442" y="640248"/>
                  <a:pt x="2141788" y="294983"/>
                  <a:pt x="2475023" y="205690"/>
                </a:cubicBezTo>
                <a:cubicBezTo>
                  <a:pt x="2517049" y="194528"/>
                  <a:pt x="2559169" y="187878"/>
                  <a:pt x="2600875" y="185436"/>
                </a:cubicBezTo>
                <a:close/>
                <a:moveTo>
                  <a:pt x="4674633" y="0"/>
                </a:moveTo>
                <a:cubicBezTo>
                  <a:pt x="4674633" y="0"/>
                  <a:pt x="4674633" y="0"/>
                  <a:pt x="5972321" y="0"/>
                </a:cubicBezTo>
                <a:cubicBezTo>
                  <a:pt x="5972321" y="0"/>
                  <a:pt x="5972321" y="0"/>
                  <a:pt x="6767006" y="2976123"/>
                </a:cubicBezTo>
                <a:cubicBezTo>
                  <a:pt x="6856296" y="3309449"/>
                  <a:pt x="6659857" y="3651703"/>
                  <a:pt x="6326506" y="3743962"/>
                </a:cubicBezTo>
                <a:cubicBezTo>
                  <a:pt x="5990179" y="3833246"/>
                  <a:pt x="5647899" y="3633846"/>
                  <a:pt x="5558609" y="3300521"/>
                </a:cubicBezTo>
                <a:close/>
                <a:moveTo>
                  <a:pt x="3221240" y="0"/>
                </a:moveTo>
                <a:cubicBezTo>
                  <a:pt x="3221240" y="0"/>
                  <a:pt x="3221240" y="0"/>
                  <a:pt x="4519029" y="0"/>
                </a:cubicBezTo>
                <a:cubicBezTo>
                  <a:pt x="4519029" y="0"/>
                  <a:pt x="4519029" y="0"/>
                  <a:pt x="5980531" y="5459574"/>
                </a:cubicBezTo>
                <a:cubicBezTo>
                  <a:pt x="6069828" y="5792983"/>
                  <a:pt x="5873374" y="6135322"/>
                  <a:pt x="5539997" y="6224628"/>
                </a:cubicBezTo>
                <a:cubicBezTo>
                  <a:pt x="5203643" y="6316911"/>
                  <a:pt x="4861336" y="6117461"/>
                  <a:pt x="4772039" y="5784052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761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0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" y="2"/>
            <a:ext cx="4019393" cy="2238801"/>
          </a:xfrm>
          <a:custGeom>
            <a:avLst/>
            <a:gdLst>
              <a:gd name="connsiteX0" fmla="*/ 0 w 4019393"/>
              <a:gd name="connsiteY0" fmla="*/ 0 h 2238801"/>
              <a:gd name="connsiteX1" fmla="*/ 4019393 w 4019393"/>
              <a:gd name="connsiteY1" fmla="*/ 0 h 2238801"/>
              <a:gd name="connsiteX2" fmla="*/ 4019393 w 4019393"/>
              <a:gd name="connsiteY2" fmla="*/ 2238801 h 2238801"/>
              <a:gd name="connsiteX3" fmla="*/ 0 w 4019393"/>
              <a:gd name="connsiteY3" fmla="*/ 2238801 h 223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9393" h="2238801">
                <a:moveTo>
                  <a:pt x="0" y="0"/>
                </a:moveTo>
                <a:lnTo>
                  <a:pt x="4019393" y="0"/>
                </a:lnTo>
                <a:lnTo>
                  <a:pt x="4019393" y="2238801"/>
                </a:lnTo>
                <a:lnTo>
                  <a:pt x="0" y="223880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87093" y="2"/>
            <a:ext cx="4019393" cy="2238801"/>
          </a:xfrm>
          <a:custGeom>
            <a:avLst/>
            <a:gdLst>
              <a:gd name="connsiteX0" fmla="*/ 0 w 4019393"/>
              <a:gd name="connsiteY0" fmla="*/ 0 h 2238801"/>
              <a:gd name="connsiteX1" fmla="*/ 4019393 w 4019393"/>
              <a:gd name="connsiteY1" fmla="*/ 0 h 2238801"/>
              <a:gd name="connsiteX2" fmla="*/ 4019393 w 4019393"/>
              <a:gd name="connsiteY2" fmla="*/ 2238801 h 2238801"/>
              <a:gd name="connsiteX3" fmla="*/ 0 w 4019393"/>
              <a:gd name="connsiteY3" fmla="*/ 2238801 h 223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9393" h="2238801">
                <a:moveTo>
                  <a:pt x="0" y="0"/>
                </a:moveTo>
                <a:lnTo>
                  <a:pt x="4019393" y="0"/>
                </a:lnTo>
                <a:lnTo>
                  <a:pt x="4019393" y="2238801"/>
                </a:lnTo>
                <a:lnTo>
                  <a:pt x="0" y="223880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75757" y="2"/>
            <a:ext cx="4016244" cy="2238801"/>
          </a:xfrm>
          <a:custGeom>
            <a:avLst/>
            <a:gdLst>
              <a:gd name="connsiteX0" fmla="*/ 0 w 4016244"/>
              <a:gd name="connsiteY0" fmla="*/ 0 h 2238801"/>
              <a:gd name="connsiteX1" fmla="*/ 4016244 w 4016244"/>
              <a:gd name="connsiteY1" fmla="*/ 0 h 2238801"/>
              <a:gd name="connsiteX2" fmla="*/ 4016244 w 4016244"/>
              <a:gd name="connsiteY2" fmla="*/ 2238801 h 2238801"/>
              <a:gd name="connsiteX3" fmla="*/ 0 w 4016244"/>
              <a:gd name="connsiteY3" fmla="*/ 2238801 h 223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6244" h="2238801">
                <a:moveTo>
                  <a:pt x="0" y="0"/>
                </a:moveTo>
                <a:lnTo>
                  <a:pt x="4016244" y="0"/>
                </a:lnTo>
                <a:lnTo>
                  <a:pt x="4016244" y="2238801"/>
                </a:lnTo>
                <a:lnTo>
                  <a:pt x="0" y="223880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75757" y="2309601"/>
            <a:ext cx="4016244" cy="2238801"/>
          </a:xfrm>
          <a:custGeom>
            <a:avLst/>
            <a:gdLst>
              <a:gd name="connsiteX0" fmla="*/ 0 w 4016244"/>
              <a:gd name="connsiteY0" fmla="*/ 0 h 2238801"/>
              <a:gd name="connsiteX1" fmla="*/ 4016244 w 4016244"/>
              <a:gd name="connsiteY1" fmla="*/ 0 h 2238801"/>
              <a:gd name="connsiteX2" fmla="*/ 4016244 w 4016244"/>
              <a:gd name="connsiteY2" fmla="*/ 2238801 h 2238801"/>
              <a:gd name="connsiteX3" fmla="*/ 0 w 4016244"/>
              <a:gd name="connsiteY3" fmla="*/ 2238801 h 223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6244" h="2238801">
                <a:moveTo>
                  <a:pt x="0" y="0"/>
                </a:moveTo>
                <a:lnTo>
                  <a:pt x="4016244" y="0"/>
                </a:lnTo>
                <a:lnTo>
                  <a:pt x="4016244" y="2238801"/>
                </a:lnTo>
                <a:lnTo>
                  <a:pt x="0" y="223880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087093" y="2309601"/>
            <a:ext cx="4019393" cy="2238801"/>
          </a:xfrm>
          <a:custGeom>
            <a:avLst/>
            <a:gdLst>
              <a:gd name="connsiteX0" fmla="*/ 0 w 4019393"/>
              <a:gd name="connsiteY0" fmla="*/ 0 h 2238801"/>
              <a:gd name="connsiteX1" fmla="*/ 4019393 w 4019393"/>
              <a:gd name="connsiteY1" fmla="*/ 0 h 2238801"/>
              <a:gd name="connsiteX2" fmla="*/ 4019393 w 4019393"/>
              <a:gd name="connsiteY2" fmla="*/ 2238801 h 2238801"/>
              <a:gd name="connsiteX3" fmla="*/ 0 w 4019393"/>
              <a:gd name="connsiteY3" fmla="*/ 2238801 h 223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9393" h="2238801">
                <a:moveTo>
                  <a:pt x="0" y="0"/>
                </a:moveTo>
                <a:lnTo>
                  <a:pt x="4019393" y="0"/>
                </a:lnTo>
                <a:lnTo>
                  <a:pt x="4019393" y="2238801"/>
                </a:lnTo>
                <a:lnTo>
                  <a:pt x="0" y="223880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" y="4619201"/>
            <a:ext cx="4019393" cy="2238801"/>
          </a:xfrm>
          <a:custGeom>
            <a:avLst/>
            <a:gdLst>
              <a:gd name="connsiteX0" fmla="*/ 0 w 4019393"/>
              <a:gd name="connsiteY0" fmla="*/ 0 h 2238801"/>
              <a:gd name="connsiteX1" fmla="*/ 4019393 w 4019393"/>
              <a:gd name="connsiteY1" fmla="*/ 0 h 2238801"/>
              <a:gd name="connsiteX2" fmla="*/ 4019393 w 4019393"/>
              <a:gd name="connsiteY2" fmla="*/ 2238801 h 2238801"/>
              <a:gd name="connsiteX3" fmla="*/ 0 w 4019393"/>
              <a:gd name="connsiteY3" fmla="*/ 2238801 h 223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9393" h="2238801">
                <a:moveTo>
                  <a:pt x="0" y="0"/>
                </a:moveTo>
                <a:lnTo>
                  <a:pt x="4019393" y="0"/>
                </a:lnTo>
                <a:lnTo>
                  <a:pt x="4019393" y="2238801"/>
                </a:lnTo>
                <a:lnTo>
                  <a:pt x="0" y="223880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087093" y="4619201"/>
            <a:ext cx="4019393" cy="2238801"/>
          </a:xfrm>
          <a:custGeom>
            <a:avLst/>
            <a:gdLst>
              <a:gd name="connsiteX0" fmla="*/ 0 w 4019393"/>
              <a:gd name="connsiteY0" fmla="*/ 0 h 2238801"/>
              <a:gd name="connsiteX1" fmla="*/ 4019393 w 4019393"/>
              <a:gd name="connsiteY1" fmla="*/ 0 h 2238801"/>
              <a:gd name="connsiteX2" fmla="*/ 4019393 w 4019393"/>
              <a:gd name="connsiteY2" fmla="*/ 2238801 h 2238801"/>
              <a:gd name="connsiteX3" fmla="*/ 0 w 4019393"/>
              <a:gd name="connsiteY3" fmla="*/ 2238801 h 223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9393" h="2238801">
                <a:moveTo>
                  <a:pt x="0" y="0"/>
                </a:moveTo>
                <a:lnTo>
                  <a:pt x="4019393" y="0"/>
                </a:lnTo>
                <a:lnTo>
                  <a:pt x="4019393" y="2238801"/>
                </a:lnTo>
                <a:lnTo>
                  <a:pt x="0" y="223880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175757" y="4619201"/>
            <a:ext cx="4016244" cy="2238801"/>
          </a:xfrm>
          <a:custGeom>
            <a:avLst/>
            <a:gdLst>
              <a:gd name="connsiteX0" fmla="*/ 0 w 4016244"/>
              <a:gd name="connsiteY0" fmla="*/ 0 h 2238801"/>
              <a:gd name="connsiteX1" fmla="*/ 4016244 w 4016244"/>
              <a:gd name="connsiteY1" fmla="*/ 0 h 2238801"/>
              <a:gd name="connsiteX2" fmla="*/ 4016244 w 4016244"/>
              <a:gd name="connsiteY2" fmla="*/ 2238801 h 2238801"/>
              <a:gd name="connsiteX3" fmla="*/ 0 w 4016244"/>
              <a:gd name="connsiteY3" fmla="*/ 2238801 h 2238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6244" h="2238801">
                <a:moveTo>
                  <a:pt x="0" y="0"/>
                </a:moveTo>
                <a:lnTo>
                  <a:pt x="4016244" y="0"/>
                </a:lnTo>
                <a:lnTo>
                  <a:pt x="4016244" y="2238801"/>
                </a:lnTo>
                <a:lnTo>
                  <a:pt x="0" y="223880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956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2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B54FAF6-1B06-4332-9809-C4C92E230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617"/>
            <a:ext cx="10515600" cy="605483"/>
          </a:xfrm>
          <a:prstGeom prst="rect">
            <a:avLst/>
          </a:prstGeom>
        </p:spPr>
        <p:txBody>
          <a:bodyPr/>
          <a:lstStyle>
            <a:lvl1pPr algn="ctr">
              <a:defRPr sz="3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178677" y="3976688"/>
            <a:ext cx="1954213" cy="1957387"/>
          </a:xfrm>
          <a:custGeom>
            <a:avLst/>
            <a:gdLst>
              <a:gd name="connsiteX0" fmla="*/ 0 w 1954213"/>
              <a:gd name="connsiteY0" fmla="*/ 0 h 1957387"/>
              <a:gd name="connsiteX1" fmla="*/ 1954213 w 1954213"/>
              <a:gd name="connsiteY1" fmla="*/ 0 h 1957387"/>
              <a:gd name="connsiteX2" fmla="*/ 1954213 w 1954213"/>
              <a:gd name="connsiteY2" fmla="*/ 1957387 h 1957387"/>
              <a:gd name="connsiteX3" fmla="*/ 0 w 1954213"/>
              <a:gd name="connsiteY3" fmla="*/ 1957387 h 1957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4213" h="1957387">
                <a:moveTo>
                  <a:pt x="0" y="0"/>
                </a:moveTo>
                <a:lnTo>
                  <a:pt x="1954213" y="0"/>
                </a:lnTo>
                <a:lnTo>
                  <a:pt x="1954213" y="1957387"/>
                </a:lnTo>
                <a:lnTo>
                  <a:pt x="0" y="195738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118102" y="3976688"/>
            <a:ext cx="1958975" cy="1957387"/>
          </a:xfrm>
          <a:custGeom>
            <a:avLst/>
            <a:gdLst>
              <a:gd name="connsiteX0" fmla="*/ 0 w 1958975"/>
              <a:gd name="connsiteY0" fmla="*/ 0 h 1957387"/>
              <a:gd name="connsiteX1" fmla="*/ 1958975 w 1958975"/>
              <a:gd name="connsiteY1" fmla="*/ 0 h 1957387"/>
              <a:gd name="connsiteX2" fmla="*/ 1958975 w 1958975"/>
              <a:gd name="connsiteY2" fmla="*/ 1957387 h 1957387"/>
              <a:gd name="connsiteX3" fmla="*/ 0 w 1958975"/>
              <a:gd name="connsiteY3" fmla="*/ 1957387 h 1957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975" h="1957387">
                <a:moveTo>
                  <a:pt x="0" y="0"/>
                </a:moveTo>
                <a:lnTo>
                  <a:pt x="1958975" y="0"/>
                </a:lnTo>
                <a:lnTo>
                  <a:pt x="1958975" y="1957387"/>
                </a:lnTo>
                <a:lnTo>
                  <a:pt x="0" y="195738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62288" y="3976688"/>
            <a:ext cx="1957388" cy="1957387"/>
          </a:xfrm>
          <a:custGeom>
            <a:avLst/>
            <a:gdLst>
              <a:gd name="connsiteX0" fmla="*/ 0 w 1957388"/>
              <a:gd name="connsiteY0" fmla="*/ 0 h 1957387"/>
              <a:gd name="connsiteX1" fmla="*/ 1957388 w 1957388"/>
              <a:gd name="connsiteY1" fmla="*/ 0 h 1957387"/>
              <a:gd name="connsiteX2" fmla="*/ 1957388 w 1957388"/>
              <a:gd name="connsiteY2" fmla="*/ 1957387 h 1957387"/>
              <a:gd name="connsiteX3" fmla="*/ 0 w 1957388"/>
              <a:gd name="connsiteY3" fmla="*/ 1957387 h 1957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7388" h="1957387">
                <a:moveTo>
                  <a:pt x="0" y="0"/>
                </a:moveTo>
                <a:lnTo>
                  <a:pt x="1957388" y="0"/>
                </a:lnTo>
                <a:lnTo>
                  <a:pt x="1957388" y="1957387"/>
                </a:lnTo>
                <a:lnTo>
                  <a:pt x="0" y="195738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04889" y="3976688"/>
            <a:ext cx="1954213" cy="1957387"/>
          </a:xfrm>
          <a:custGeom>
            <a:avLst/>
            <a:gdLst>
              <a:gd name="connsiteX0" fmla="*/ 0 w 1954213"/>
              <a:gd name="connsiteY0" fmla="*/ 0 h 1957387"/>
              <a:gd name="connsiteX1" fmla="*/ 1954213 w 1954213"/>
              <a:gd name="connsiteY1" fmla="*/ 0 h 1957387"/>
              <a:gd name="connsiteX2" fmla="*/ 1954213 w 1954213"/>
              <a:gd name="connsiteY2" fmla="*/ 1957387 h 1957387"/>
              <a:gd name="connsiteX3" fmla="*/ 0 w 1954213"/>
              <a:gd name="connsiteY3" fmla="*/ 1957387 h 1957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4213" h="1957387">
                <a:moveTo>
                  <a:pt x="0" y="0"/>
                </a:moveTo>
                <a:lnTo>
                  <a:pt x="1954213" y="0"/>
                </a:lnTo>
                <a:lnTo>
                  <a:pt x="1954213" y="1957387"/>
                </a:lnTo>
                <a:lnTo>
                  <a:pt x="0" y="195738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236076" y="3976688"/>
            <a:ext cx="1957388" cy="1957387"/>
          </a:xfrm>
          <a:custGeom>
            <a:avLst/>
            <a:gdLst>
              <a:gd name="connsiteX0" fmla="*/ 0 w 1957388"/>
              <a:gd name="connsiteY0" fmla="*/ 0 h 1957387"/>
              <a:gd name="connsiteX1" fmla="*/ 1957388 w 1957388"/>
              <a:gd name="connsiteY1" fmla="*/ 0 h 1957387"/>
              <a:gd name="connsiteX2" fmla="*/ 1957388 w 1957388"/>
              <a:gd name="connsiteY2" fmla="*/ 1957387 h 1957387"/>
              <a:gd name="connsiteX3" fmla="*/ 0 w 1957388"/>
              <a:gd name="connsiteY3" fmla="*/ 1957387 h 1957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7388" h="1957387">
                <a:moveTo>
                  <a:pt x="0" y="0"/>
                </a:moveTo>
                <a:lnTo>
                  <a:pt x="1957388" y="0"/>
                </a:lnTo>
                <a:lnTo>
                  <a:pt x="1957388" y="1957387"/>
                </a:lnTo>
                <a:lnTo>
                  <a:pt x="0" y="195738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62288" y="1912938"/>
            <a:ext cx="1957388" cy="1960562"/>
          </a:xfrm>
          <a:custGeom>
            <a:avLst/>
            <a:gdLst>
              <a:gd name="connsiteX0" fmla="*/ 0 w 1957388"/>
              <a:gd name="connsiteY0" fmla="*/ 0 h 1960562"/>
              <a:gd name="connsiteX1" fmla="*/ 1957388 w 1957388"/>
              <a:gd name="connsiteY1" fmla="*/ 0 h 1960562"/>
              <a:gd name="connsiteX2" fmla="*/ 1957388 w 1957388"/>
              <a:gd name="connsiteY2" fmla="*/ 1960562 h 1960562"/>
              <a:gd name="connsiteX3" fmla="*/ 0 w 1957388"/>
              <a:gd name="connsiteY3" fmla="*/ 1960562 h 1960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7388" h="1960562">
                <a:moveTo>
                  <a:pt x="0" y="0"/>
                </a:moveTo>
                <a:lnTo>
                  <a:pt x="1957388" y="0"/>
                </a:lnTo>
                <a:lnTo>
                  <a:pt x="1957388" y="1960562"/>
                </a:lnTo>
                <a:lnTo>
                  <a:pt x="0" y="196056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18101" y="1912938"/>
            <a:ext cx="1958975" cy="1960562"/>
          </a:xfrm>
          <a:custGeom>
            <a:avLst/>
            <a:gdLst>
              <a:gd name="connsiteX0" fmla="*/ 0 w 1958975"/>
              <a:gd name="connsiteY0" fmla="*/ 0 h 1960562"/>
              <a:gd name="connsiteX1" fmla="*/ 1958975 w 1958975"/>
              <a:gd name="connsiteY1" fmla="*/ 0 h 1960562"/>
              <a:gd name="connsiteX2" fmla="*/ 1958975 w 1958975"/>
              <a:gd name="connsiteY2" fmla="*/ 1960562 h 1960562"/>
              <a:gd name="connsiteX3" fmla="*/ 0 w 1958975"/>
              <a:gd name="connsiteY3" fmla="*/ 1960562 h 1960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8975" h="1960562">
                <a:moveTo>
                  <a:pt x="0" y="0"/>
                </a:moveTo>
                <a:lnTo>
                  <a:pt x="1958975" y="0"/>
                </a:lnTo>
                <a:lnTo>
                  <a:pt x="1958975" y="1960562"/>
                </a:lnTo>
                <a:lnTo>
                  <a:pt x="0" y="196056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8676" y="1912938"/>
            <a:ext cx="1954213" cy="1960562"/>
          </a:xfrm>
          <a:custGeom>
            <a:avLst/>
            <a:gdLst>
              <a:gd name="connsiteX0" fmla="*/ 0 w 1954213"/>
              <a:gd name="connsiteY0" fmla="*/ 0 h 1960562"/>
              <a:gd name="connsiteX1" fmla="*/ 1954213 w 1954213"/>
              <a:gd name="connsiteY1" fmla="*/ 0 h 1960562"/>
              <a:gd name="connsiteX2" fmla="*/ 1954213 w 1954213"/>
              <a:gd name="connsiteY2" fmla="*/ 1960562 h 1960562"/>
              <a:gd name="connsiteX3" fmla="*/ 0 w 1954213"/>
              <a:gd name="connsiteY3" fmla="*/ 1960562 h 1960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4213" h="1960562">
                <a:moveTo>
                  <a:pt x="0" y="0"/>
                </a:moveTo>
                <a:lnTo>
                  <a:pt x="1954213" y="0"/>
                </a:lnTo>
                <a:lnTo>
                  <a:pt x="1954213" y="1960562"/>
                </a:lnTo>
                <a:lnTo>
                  <a:pt x="0" y="196056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236076" y="1912938"/>
            <a:ext cx="1957388" cy="1960562"/>
          </a:xfrm>
          <a:custGeom>
            <a:avLst/>
            <a:gdLst>
              <a:gd name="connsiteX0" fmla="*/ 0 w 1957388"/>
              <a:gd name="connsiteY0" fmla="*/ 0 h 1960562"/>
              <a:gd name="connsiteX1" fmla="*/ 1957388 w 1957388"/>
              <a:gd name="connsiteY1" fmla="*/ 0 h 1960562"/>
              <a:gd name="connsiteX2" fmla="*/ 1957388 w 1957388"/>
              <a:gd name="connsiteY2" fmla="*/ 1960562 h 1960562"/>
              <a:gd name="connsiteX3" fmla="*/ 0 w 1957388"/>
              <a:gd name="connsiteY3" fmla="*/ 1960562 h 1960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7388" h="1960562">
                <a:moveTo>
                  <a:pt x="0" y="0"/>
                </a:moveTo>
                <a:lnTo>
                  <a:pt x="1957388" y="0"/>
                </a:lnTo>
                <a:lnTo>
                  <a:pt x="1957388" y="1960562"/>
                </a:lnTo>
                <a:lnTo>
                  <a:pt x="0" y="196056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4888" y="1912938"/>
            <a:ext cx="1954213" cy="1960562"/>
          </a:xfrm>
          <a:custGeom>
            <a:avLst/>
            <a:gdLst>
              <a:gd name="connsiteX0" fmla="*/ 0 w 1954213"/>
              <a:gd name="connsiteY0" fmla="*/ 0 h 1960562"/>
              <a:gd name="connsiteX1" fmla="*/ 1954213 w 1954213"/>
              <a:gd name="connsiteY1" fmla="*/ 0 h 1960562"/>
              <a:gd name="connsiteX2" fmla="*/ 1954213 w 1954213"/>
              <a:gd name="connsiteY2" fmla="*/ 1960562 h 1960562"/>
              <a:gd name="connsiteX3" fmla="*/ 0 w 1954213"/>
              <a:gd name="connsiteY3" fmla="*/ 1960562 h 1960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54213" h="1960562">
                <a:moveTo>
                  <a:pt x="0" y="0"/>
                </a:moveTo>
                <a:lnTo>
                  <a:pt x="1954213" y="0"/>
                </a:lnTo>
                <a:lnTo>
                  <a:pt x="1954213" y="1960562"/>
                </a:lnTo>
                <a:lnTo>
                  <a:pt x="0" y="196056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4" name="Footer Placeholder 2">
            <a:extLst>
              <a:ext uri="{FF2B5EF4-FFF2-40B4-BE49-F238E27FC236}">
                <a16:creationId xmlns:a16="http://schemas.microsoft.com/office/drawing/2014/main" id="{E8247085-DCB0-4BF2-9283-CF90212D6E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89327" y="6357138"/>
            <a:ext cx="1530609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i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www.siteexample.com</a:t>
            </a:r>
          </a:p>
        </p:txBody>
      </p:sp>
      <p:sp>
        <p:nvSpPr>
          <p:cNvPr id="35" name="Date Placeholder 5">
            <a:extLst>
              <a:ext uri="{FF2B5EF4-FFF2-40B4-BE49-F238E27FC236}">
                <a16:creationId xmlns:a16="http://schemas.microsoft.com/office/drawing/2014/main" id="{7C82B698-2278-42D7-B762-14A362069D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7408" y="6323028"/>
            <a:ext cx="2952328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-50" baseline="0">
                <a:solidFill>
                  <a:schemeClr val="tx2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rPr>
              <a:t>PROJECT PROPOSAL |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Presentation</a:t>
            </a:r>
          </a:p>
        </p:txBody>
      </p:sp>
      <p:sp>
        <p:nvSpPr>
          <p:cNvPr id="36" name="Freeform 10">
            <a:extLst>
              <a:ext uri="{FF2B5EF4-FFF2-40B4-BE49-F238E27FC236}">
                <a16:creationId xmlns:a16="http://schemas.microsoft.com/office/drawing/2014/main" id="{9B3E4172-5591-4F4B-838D-D0CC19B769D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23193" y="6348674"/>
            <a:ext cx="222675" cy="223032"/>
          </a:xfrm>
          <a:custGeom>
            <a:avLst/>
            <a:gdLst>
              <a:gd name="T0" fmla="*/ 312 w 789"/>
              <a:gd name="T1" fmla="*/ 487 h 790"/>
              <a:gd name="T2" fmla="*/ 394 w 789"/>
              <a:gd name="T3" fmla="*/ 487 h 790"/>
              <a:gd name="T4" fmla="*/ 571 w 789"/>
              <a:gd name="T5" fmla="*/ 339 h 790"/>
              <a:gd name="T6" fmla="*/ 394 w 789"/>
              <a:gd name="T7" fmla="*/ 192 h 790"/>
              <a:gd name="T8" fmla="*/ 218 w 789"/>
              <a:gd name="T9" fmla="*/ 192 h 790"/>
              <a:gd name="T10" fmla="*/ 218 w 789"/>
              <a:gd name="T11" fmla="*/ 599 h 790"/>
              <a:gd name="T12" fmla="*/ 312 w 789"/>
              <a:gd name="T13" fmla="*/ 599 h 790"/>
              <a:gd name="T14" fmla="*/ 312 w 789"/>
              <a:gd name="T15" fmla="*/ 487 h 790"/>
              <a:gd name="T16" fmla="*/ 312 w 789"/>
              <a:gd name="T17" fmla="*/ 268 h 790"/>
              <a:gd name="T18" fmla="*/ 389 w 789"/>
              <a:gd name="T19" fmla="*/ 268 h 790"/>
              <a:gd name="T20" fmla="*/ 475 w 789"/>
              <a:gd name="T21" fmla="*/ 339 h 790"/>
              <a:gd name="T22" fmla="*/ 389 w 789"/>
              <a:gd name="T23" fmla="*/ 410 h 790"/>
              <a:gd name="T24" fmla="*/ 312 w 789"/>
              <a:gd name="T25" fmla="*/ 410 h 790"/>
              <a:gd name="T26" fmla="*/ 312 w 789"/>
              <a:gd name="T27" fmla="*/ 268 h 790"/>
              <a:gd name="T28" fmla="*/ 0 w 789"/>
              <a:gd name="T29" fmla="*/ 0 h 790"/>
              <a:gd name="T30" fmla="*/ 0 w 789"/>
              <a:gd name="T31" fmla="*/ 790 h 790"/>
              <a:gd name="T32" fmla="*/ 789 w 789"/>
              <a:gd name="T33" fmla="*/ 790 h 790"/>
              <a:gd name="T34" fmla="*/ 789 w 789"/>
              <a:gd name="T35" fmla="*/ 0 h 790"/>
              <a:gd name="T36" fmla="*/ 0 w 789"/>
              <a:gd name="T37" fmla="*/ 0 h 790"/>
              <a:gd name="T38" fmla="*/ 709 w 789"/>
              <a:gd name="T39" fmla="*/ 710 h 790"/>
              <a:gd name="T40" fmla="*/ 79 w 789"/>
              <a:gd name="T41" fmla="*/ 710 h 790"/>
              <a:gd name="T42" fmla="*/ 79 w 789"/>
              <a:gd name="T43" fmla="*/ 80 h 790"/>
              <a:gd name="T44" fmla="*/ 709 w 789"/>
              <a:gd name="T45" fmla="*/ 80 h 790"/>
              <a:gd name="T46" fmla="*/ 709 w 789"/>
              <a:gd name="T47" fmla="*/ 710 h 7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789" h="790">
                <a:moveTo>
                  <a:pt x="312" y="487"/>
                </a:moveTo>
                <a:cubicBezTo>
                  <a:pt x="394" y="487"/>
                  <a:pt x="394" y="487"/>
                  <a:pt x="394" y="487"/>
                </a:cubicBezTo>
                <a:cubicBezTo>
                  <a:pt x="503" y="487"/>
                  <a:pt x="571" y="430"/>
                  <a:pt x="571" y="339"/>
                </a:cubicBezTo>
                <a:cubicBezTo>
                  <a:pt x="571" y="248"/>
                  <a:pt x="503" y="192"/>
                  <a:pt x="394" y="192"/>
                </a:cubicBezTo>
                <a:cubicBezTo>
                  <a:pt x="218" y="192"/>
                  <a:pt x="218" y="192"/>
                  <a:pt x="218" y="192"/>
                </a:cubicBezTo>
                <a:cubicBezTo>
                  <a:pt x="218" y="599"/>
                  <a:pt x="218" y="599"/>
                  <a:pt x="218" y="599"/>
                </a:cubicBezTo>
                <a:cubicBezTo>
                  <a:pt x="312" y="599"/>
                  <a:pt x="312" y="599"/>
                  <a:pt x="312" y="599"/>
                </a:cubicBezTo>
                <a:lnTo>
                  <a:pt x="312" y="487"/>
                </a:lnTo>
                <a:close/>
                <a:moveTo>
                  <a:pt x="312" y="268"/>
                </a:moveTo>
                <a:cubicBezTo>
                  <a:pt x="389" y="268"/>
                  <a:pt x="389" y="268"/>
                  <a:pt x="389" y="268"/>
                </a:cubicBezTo>
                <a:cubicBezTo>
                  <a:pt x="446" y="268"/>
                  <a:pt x="475" y="295"/>
                  <a:pt x="475" y="339"/>
                </a:cubicBezTo>
                <a:cubicBezTo>
                  <a:pt x="475" y="384"/>
                  <a:pt x="446" y="410"/>
                  <a:pt x="389" y="410"/>
                </a:cubicBezTo>
                <a:cubicBezTo>
                  <a:pt x="312" y="410"/>
                  <a:pt x="312" y="410"/>
                  <a:pt x="312" y="410"/>
                </a:cubicBezTo>
                <a:lnTo>
                  <a:pt x="312" y="268"/>
                </a:lnTo>
                <a:close/>
                <a:moveTo>
                  <a:pt x="0" y="0"/>
                </a:moveTo>
                <a:cubicBezTo>
                  <a:pt x="0" y="790"/>
                  <a:pt x="0" y="790"/>
                  <a:pt x="0" y="790"/>
                </a:cubicBezTo>
                <a:cubicBezTo>
                  <a:pt x="789" y="790"/>
                  <a:pt x="789" y="790"/>
                  <a:pt x="789" y="790"/>
                </a:cubicBezTo>
                <a:cubicBezTo>
                  <a:pt x="789" y="0"/>
                  <a:pt x="789" y="0"/>
                  <a:pt x="789" y="0"/>
                </a:cubicBezTo>
                <a:lnTo>
                  <a:pt x="0" y="0"/>
                </a:lnTo>
                <a:close/>
                <a:moveTo>
                  <a:pt x="709" y="710"/>
                </a:moveTo>
                <a:cubicBezTo>
                  <a:pt x="79" y="710"/>
                  <a:pt x="79" y="710"/>
                  <a:pt x="79" y="710"/>
                </a:cubicBezTo>
                <a:cubicBezTo>
                  <a:pt x="79" y="80"/>
                  <a:pt x="79" y="80"/>
                  <a:pt x="79" y="80"/>
                </a:cubicBezTo>
                <a:cubicBezTo>
                  <a:pt x="709" y="80"/>
                  <a:pt x="709" y="80"/>
                  <a:pt x="709" y="80"/>
                </a:cubicBezTo>
                <a:lnTo>
                  <a:pt x="709" y="7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AD0811D-0177-4784-B0D0-946DFAF77539}"/>
              </a:ext>
            </a:extLst>
          </p:cNvPr>
          <p:cNvSpPr/>
          <p:nvPr userDrawn="1"/>
        </p:nvSpPr>
        <p:spPr>
          <a:xfrm>
            <a:off x="3913652" y="6419852"/>
            <a:ext cx="80677" cy="806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Freeform 19">
            <a:extLst>
              <a:ext uri="{FF2B5EF4-FFF2-40B4-BE49-F238E27FC236}">
                <a16:creationId xmlns:a16="http://schemas.microsoft.com/office/drawing/2014/main" id="{7B9E58F4-700F-4D96-8D20-A110B4F9D0E0}"/>
              </a:ext>
            </a:extLst>
          </p:cNvPr>
          <p:cNvSpPr>
            <a:spLocks/>
          </p:cNvSpPr>
          <p:nvPr userDrawn="1"/>
        </p:nvSpPr>
        <p:spPr bwMode="auto">
          <a:xfrm>
            <a:off x="11537433" y="332656"/>
            <a:ext cx="432898" cy="431218"/>
          </a:xfrm>
          <a:custGeom>
            <a:avLst/>
            <a:gdLst>
              <a:gd name="T0" fmla="*/ 162 w 324"/>
              <a:gd name="T1" fmla="*/ 0 h 323"/>
              <a:gd name="T2" fmla="*/ 48 w 324"/>
              <a:gd name="T3" fmla="*/ 47 h 323"/>
              <a:gd name="T4" fmla="*/ 0 w 324"/>
              <a:gd name="T5" fmla="*/ 162 h 323"/>
              <a:gd name="T6" fmla="*/ 162 w 324"/>
              <a:gd name="T7" fmla="*/ 323 h 323"/>
              <a:gd name="T8" fmla="*/ 324 w 324"/>
              <a:gd name="T9" fmla="*/ 162 h 323"/>
              <a:gd name="T10" fmla="*/ 276 w 324"/>
              <a:gd name="T11" fmla="*/ 47 h 323"/>
              <a:gd name="T12" fmla="*/ 162 w 324"/>
              <a:gd name="T13" fmla="*/ 0 h 3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4" h="323">
                <a:moveTo>
                  <a:pt x="162" y="0"/>
                </a:moveTo>
                <a:cubicBezTo>
                  <a:pt x="119" y="0"/>
                  <a:pt x="78" y="17"/>
                  <a:pt x="48" y="47"/>
                </a:cubicBezTo>
                <a:cubicBezTo>
                  <a:pt x="17" y="78"/>
                  <a:pt x="0" y="118"/>
                  <a:pt x="0" y="162"/>
                </a:cubicBezTo>
                <a:cubicBezTo>
                  <a:pt x="0" y="251"/>
                  <a:pt x="73" y="323"/>
                  <a:pt x="162" y="323"/>
                </a:cubicBezTo>
                <a:cubicBezTo>
                  <a:pt x="251" y="323"/>
                  <a:pt x="324" y="251"/>
                  <a:pt x="324" y="162"/>
                </a:cubicBezTo>
                <a:cubicBezTo>
                  <a:pt x="324" y="118"/>
                  <a:pt x="307" y="78"/>
                  <a:pt x="276" y="47"/>
                </a:cubicBezTo>
                <a:cubicBezTo>
                  <a:pt x="246" y="17"/>
                  <a:pt x="205" y="0"/>
                  <a:pt x="16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9" name="Slide Number Placeholder 13">
            <a:extLst>
              <a:ext uri="{FF2B5EF4-FFF2-40B4-BE49-F238E27FC236}">
                <a16:creationId xmlns:a16="http://schemas.microsoft.com/office/drawing/2014/main" id="{E074CAAB-4485-4F1F-8B10-D136E0051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87" y="411103"/>
            <a:ext cx="651079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00">
                <a:solidFill>
                  <a:schemeClr val="bg1"/>
                </a:solidFill>
                <a:latin typeface="Open Sans bold" panose="020B0806030504020204" pitchFamily="34" charset="0"/>
                <a:ea typeface="Open Sans bold" panose="020B0806030504020204" pitchFamily="34" charset="0"/>
                <a:cs typeface="Open Sans bold" panose="020B0806030504020204" pitchFamily="34" charset="0"/>
              </a:defRPr>
            </a:lvl1pPr>
          </a:lstStyle>
          <a:p>
            <a:fld id="{12ECA992-A3F4-43F5-9894-C8C908A8F4D0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694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1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29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31060" y="-28575"/>
            <a:ext cx="2796589" cy="1556412"/>
          </a:xfrm>
          <a:custGeom>
            <a:avLst/>
            <a:gdLst>
              <a:gd name="connsiteX0" fmla="*/ 24183 w 2796589"/>
              <a:gd name="connsiteY0" fmla="*/ 0 h 1556412"/>
              <a:gd name="connsiteX1" fmla="*/ 2772408 w 2796589"/>
              <a:gd name="connsiteY1" fmla="*/ 0 h 1556412"/>
              <a:gd name="connsiteX2" fmla="*/ 2726268 w 2796589"/>
              <a:gd name="connsiteY2" fmla="*/ 280946 h 1556412"/>
              <a:gd name="connsiteX3" fmla="*/ 1566995 w 2796589"/>
              <a:gd name="connsiteY3" fmla="*/ 1482440 h 1556412"/>
              <a:gd name="connsiteX4" fmla="*/ 1229595 w 2796589"/>
              <a:gd name="connsiteY4" fmla="*/ 1482440 h 1556412"/>
              <a:gd name="connsiteX5" fmla="*/ 70323 w 2796589"/>
              <a:gd name="connsiteY5" fmla="*/ 280946 h 1556412"/>
              <a:gd name="connsiteX6" fmla="*/ 24183 w 2796589"/>
              <a:gd name="connsiteY6" fmla="*/ 0 h 1556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96589" h="1556412">
                <a:moveTo>
                  <a:pt x="24183" y="0"/>
                </a:moveTo>
                <a:cubicBezTo>
                  <a:pt x="24183" y="0"/>
                  <a:pt x="24183" y="0"/>
                  <a:pt x="2772408" y="0"/>
                </a:cubicBezTo>
                <a:cubicBezTo>
                  <a:pt x="2815664" y="89664"/>
                  <a:pt x="2801245" y="206227"/>
                  <a:pt x="2726268" y="280946"/>
                </a:cubicBezTo>
                <a:cubicBezTo>
                  <a:pt x="2726268" y="280946"/>
                  <a:pt x="2726268" y="280946"/>
                  <a:pt x="1566995" y="1482440"/>
                </a:cubicBezTo>
                <a:cubicBezTo>
                  <a:pt x="1474715" y="1581070"/>
                  <a:pt x="1321875" y="1581070"/>
                  <a:pt x="1229595" y="1482440"/>
                </a:cubicBezTo>
                <a:cubicBezTo>
                  <a:pt x="1229595" y="1482440"/>
                  <a:pt x="1229595" y="1482440"/>
                  <a:pt x="70323" y="280946"/>
                </a:cubicBezTo>
                <a:cubicBezTo>
                  <a:pt x="-4655" y="206227"/>
                  <a:pt x="-19074" y="89664"/>
                  <a:pt x="2418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20286" y="294612"/>
            <a:ext cx="2799337" cy="2901163"/>
          </a:xfrm>
          <a:custGeom>
            <a:avLst/>
            <a:gdLst>
              <a:gd name="connsiteX0" fmla="*/ 1399669 w 2799337"/>
              <a:gd name="connsiteY0" fmla="*/ 0 h 2901163"/>
              <a:gd name="connsiteX1" fmla="*/ 1568408 w 2799337"/>
              <a:gd name="connsiteY1" fmla="*/ 73987 h 2901163"/>
              <a:gd name="connsiteX2" fmla="*/ 2727948 w 2799337"/>
              <a:gd name="connsiteY2" fmla="*/ 1275705 h 2901163"/>
              <a:gd name="connsiteX3" fmla="*/ 2727948 w 2799337"/>
              <a:gd name="connsiteY3" fmla="*/ 1625458 h 2901163"/>
              <a:gd name="connsiteX4" fmla="*/ 1568408 w 2799337"/>
              <a:gd name="connsiteY4" fmla="*/ 2827177 h 2901163"/>
              <a:gd name="connsiteX5" fmla="*/ 1230930 w 2799337"/>
              <a:gd name="connsiteY5" fmla="*/ 2827177 h 2901163"/>
              <a:gd name="connsiteX6" fmla="*/ 71390 w 2799337"/>
              <a:gd name="connsiteY6" fmla="*/ 1625458 h 2901163"/>
              <a:gd name="connsiteX7" fmla="*/ 71390 w 2799337"/>
              <a:gd name="connsiteY7" fmla="*/ 1275705 h 2901163"/>
              <a:gd name="connsiteX8" fmla="*/ 1230930 w 2799337"/>
              <a:gd name="connsiteY8" fmla="*/ 73987 h 2901163"/>
              <a:gd name="connsiteX9" fmla="*/ 1399669 w 2799337"/>
              <a:gd name="connsiteY9" fmla="*/ 0 h 2901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799337" h="2901163">
                <a:moveTo>
                  <a:pt x="1399669" y="0"/>
                </a:moveTo>
                <a:cubicBezTo>
                  <a:pt x="1460963" y="0"/>
                  <a:pt x="1522258" y="24662"/>
                  <a:pt x="1568408" y="73987"/>
                </a:cubicBezTo>
                <a:lnTo>
                  <a:pt x="2727948" y="1275705"/>
                </a:lnTo>
                <a:cubicBezTo>
                  <a:pt x="2823134" y="1371364"/>
                  <a:pt x="2823134" y="1529799"/>
                  <a:pt x="2727948" y="1625458"/>
                </a:cubicBezTo>
                <a:cubicBezTo>
                  <a:pt x="1568408" y="2827177"/>
                  <a:pt x="1568408" y="2827177"/>
                  <a:pt x="1568408" y="2827177"/>
                </a:cubicBezTo>
                <a:cubicBezTo>
                  <a:pt x="1476107" y="2925825"/>
                  <a:pt x="1323232" y="2925825"/>
                  <a:pt x="1230930" y="2827177"/>
                </a:cubicBezTo>
                <a:cubicBezTo>
                  <a:pt x="71390" y="1625458"/>
                  <a:pt x="71390" y="1625458"/>
                  <a:pt x="71390" y="1625458"/>
                </a:cubicBezTo>
                <a:cubicBezTo>
                  <a:pt x="-23796" y="1529799"/>
                  <a:pt x="-23796" y="1371364"/>
                  <a:pt x="71390" y="1275705"/>
                </a:cubicBezTo>
                <a:cubicBezTo>
                  <a:pt x="1230930" y="73987"/>
                  <a:pt x="1230930" y="73987"/>
                  <a:pt x="1230930" y="73987"/>
                </a:cubicBezTo>
                <a:cubicBezTo>
                  <a:pt x="1277081" y="24662"/>
                  <a:pt x="1338375" y="0"/>
                  <a:pt x="139966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39072" y="294612"/>
            <a:ext cx="2797840" cy="2901163"/>
          </a:xfrm>
          <a:custGeom>
            <a:avLst/>
            <a:gdLst>
              <a:gd name="connsiteX0" fmla="*/ 1398921 w 2797840"/>
              <a:gd name="connsiteY0" fmla="*/ 0 h 2901163"/>
              <a:gd name="connsiteX1" fmla="*/ 1567569 w 2797840"/>
              <a:gd name="connsiteY1" fmla="*/ 73987 h 2901163"/>
              <a:gd name="connsiteX2" fmla="*/ 2726489 w 2797840"/>
              <a:gd name="connsiteY2" fmla="*/ 1275705 h 2901163"/>
              <a:gd name="connsiteX3" fmla="*/ 2726489 w 2797840"/>
              <a:gd name="connsiteY3" fmla="*/ 1625458 h 2901163"/>
              <a:gd name="connsiteX4" fmla="*/ 1567569 w 2797840"/>
              <a:gd name="connsiteY4" fmla="*/ 2827177 h 2901163"/>
              <a:gd name="connsiteX5" fmla="*/ 1230272 w 2797840"/>
              <a:gd name="connsiteY5" fmla="*/ 2827177 h 2901163"/>
              <a:gd name="connsiteX6" fmla="*/ 71352 w 2797840"/>
              <a:gd name="connsiteY6" fmla="*/ 1625458 h 2901163"/>
              <a:gd name="connsiteX7" fmla="*/ 71352 w 2797840"/>
              <a:gd name="connsiteY7" fmla="*/ 1275705 h 2901163"/>
              <a:gd name="connsiteX8" fmla="*/ 1230272 w 2797840"/>
              <a:gd name="connsiteY8" fmla="*/ 73987 h 2901163"/>
              <a:gd name="connsiteX9" fmla="*/ 1398921 w 2797840"/>
              <a:gd name="connsiteY9" fmla="*/ 0 h 2901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797840" h="2901163">
                <a:moveTo>
                  <a:pt x="1398921" y="0"/>
                </a:moveTo>
                <a:cubicBezTo>
                  <a:pt x="1460182" y="0"/>
                  <a:pt x="1521443" y="24662"/>
                  <a:pt x="1567569" y="73987"/>
                </a:cubicBezTo>
                <a:lnTo>
                  <a:pt x="2726489" y="1275705"/>
                </a:lnTo>
                <a:cubicBezTo>
                  <a:pt x="2821624" y="1371364"/>
                  <a:pt x="2821624" y="1529799"/>
                  <a:pt x="2726489" y="1625458"/>
                </a:cubicBezTo>
                <a:cubicBezTo>
                  <a:pt x="1567569" y="2827177"/>
                  <a:pt x="1567569" y="2827177"/>
                  <a:pt x="1567569" y="2827177"/>
                </a:cubicBezTo>
                <a:cubicBezTo>
                  <a:pt x="1475317" y="2925825"/>
                  <a:pt x="1322524" y="2925825"/>
                  <a:pt x="1230272" y="2827177"/>
                </a:cubicBezTo>
                <a:cubicBezTo>
                  <a:pt x="71352" y="1625458"/>
                  <a:pt x="71352" y="1625458"/>
                  <a:pt x="71352" y="1625458"/>
                </a:cubicBezTo>
                <a:cubicBezTo>
                  <a:pt x="-23783" y="1529799"/>
                  <a:pt x="-23783" y="1371364"/>
                  <a:pt x="71352" y="1275705"/>
                </a:cubicBezTo>
                <a:cubicBezTo>
                  <a:pt x="1230272" y="73987"/>
                  <a:pt x="1230272" y="73987"/>
                  <a:pt x="1230272" y="73987"/>
                </a:cubicBezTo>
                <a:cubicBezTo>
                  <a:pt x="1276398" y="24662"/>
                  <a:pt x="1337659" y="0"/>
                  <a:pt x="1398921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1130073" y="1962553"/>
            <a:ext cx="2797840" cy="2901163"/>
          </a:xfrm>
          <a:custGeom>
            <a:avLst/>
            <a:gdLst>
              <a:gd name="connsiteX0" fmla="*/ 1398921 w 2797840"/>
              <a:gd name="connsiteY0" fmla="*/ 0 h 2901163"/>
              <a:gd name="connsiteX1" fmla="*/ 1567569 w 2797840"/>
              <a:gd name="connsiteY1" fmla="*/ 73987 h 2901163"/>
              <a:gd name="connsiteX2" fmla="*/ 2726489 w 2797840"/>
              <a:gd name="connsiteY2" fmla="*/ 1275705 h 2901163"/>
              <a:gd name="connsiteX3" fmla="*/ 2726489 w 2797840"/>
              <a:gd name="connsiteY3" fmla="*/ 1625459 h 2901163"/>
              <a:gd name="connsiteX4" fmla="*/ 1567569 w 2797840"/>
              <a:gd name="connsiteY4" fmla="*/ 2827177 h 2901163"/>
              <a:gd name="connsiteX5" fmla="*/ 1230272 w 2797840"/>
              <a:gd name="connsiteY5" fmla="*/ 2827177 h 2901163"/>
              <a:gd name="connsiteX6" fmla="*/ 71352 w 2797840"/>
              <a:gd name="connsiteY6" fmla="*/ 1625459 h 2901163"/>
              <a:gd name="connsiteX7" fmla="*/ 71352 w 2797840"/>
              <a:gd name="connsiteY7" fmla="*/ 1275705 h 2901163"/>
              <a:gd name="connsiteX8" fmla="*/ 1230272 w 2797840"/>
              <a:gd name="connsiteY8" fmla="*/ 73987 h 2901163"/>
              <a:gd name="connsiteX9" fmla="*/ 1398921 w 2797840"/>
              <a:gd name="connsiteY9" fmla="*/ 0 h 2901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797840" h="2901163">
                <a:moveTo>
                  <a:pt x="1398921" y="0"/>
                </a:moveTo>
                <a:cubicBezTo>
                  <a:pt x="1460182" y="0"/>
                  <a:pt x="1521443" y="24662"/>
                  <a:pt x="1567569" y="73987"/>
                </a:cubicBezTo>
                <a:lnTo>
                  <a:pt x="2726489" y="1275705"/>
                </a:lnTo>
                <a:cubicBezTo>
                  <a:pt x="2821624" y="1371364"/>
                  <a:pt x="2821624" y="1529799"/>
                  <a:pt x="2726489" y="1625459"/>
                </a:cubicBezTo>
                <a:cubicBezTo>
                  <a:pt x="1567569" y="2827177"/>
                  <a:pt x="1567569" y="2827177"/>
                  <a:pt x="1567569" y="2827177"/>
                </a:cubicBezTo>
                <a:cubicBezTo>
                  <a:pt x="1475317" y="2925825"/>
                  <a:pt x="1322524" y="2925825"/>
                  <a:pt x="1230272" y="2827177"/>
                </a:cubicBezTo>
                <a:cubicBezTo>
                  <a:pt x="71352" y="1625459"/>
                  <a:pt x="71352" y="1625459"/>
                  <a:pt x="71352" y="1625459"/>
                </a:cubicBezTo>
                <a:cubicBezTo>
                  <a:pt x="-23783" y="1529799"/>
                  <a:pt x="-23783" y="1371364"/>
                  <a:pt x="71352" y="1275705"/>
                </a:cubicBezTo>
                <a:cubicBezTo>
                  <a:pt x="1230272" y="73987"/>
                  <a:pt x="1230272" y="73987"/>
                  <a:pt x="1230272" y="73987"/>
                </a:cubicBezTo>
                <a:cubicBezTo>
                  <a:pt x="1276398" y="24662"/>
                  <a:pt x="1337659" y="0"/>
                  <a:pt x="1398921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929673" y="1962553"/>
            <a:ext cx="2797840" cy="2901163"/>
          </a:xfrm>
          <a:custGeom>
            <a:avLst/>
            <a:gdLst>
              <a:gd name="connsiteX0" fmla="*/ 1398921 w 2797840"/>
              <a:gd name="connsiteY0" fmla="*/ 0 h 2901163"/>
              <a:gd name="connsiteX1" fmla="*/ 1567569 w 2797840"/>
              <a:gd name="connsiteY1" fmla="*/ 73987 h 2901163"/>
              <a:gd name="connsiteX2" fmla="*/ 2726489 w 2797840"/>
              <a:gd name="connsiteY2" fmla="*/ 1275705 h 2901163"/>
              <a:gd name="connsiteX3" fmla="*/ 2726489 w 2797840"/>
              <a:gd name="connsiteY3" fmla="*/ 1625459 h 2901163"/>
              <a:gd name="connsiteX4" fmla="*/ 1567569 w 2797840"/>
              <a:gd name="connsiteY4" fmla="*/ 2827177 h 2901163"/>
              <a:gd name="connsiteX5" fmla="*/ 1230272 w 2797840"/>
              <a:gd name="connsiteY5" fmla="*/ 2827177 h 2901163"/>
              <a:gd name="connsiteX6" fmla="*/ 71352 w 2797840"/>
              <a:gd name="connsiteY6" fmla="*/ 1625459 h 2901163"/>
              <a:gd name="connsiteX7" fmla="*/ 71352 w 2797840"/>
              <a:gd name="connsiteY7" fmla="*/ 1275705 h 2901163"/>
              <a:gd name="connsiteX8" fmla="*/ 1230272 w 2797840"/>
              <a:gd name="connsiteY8" fmla="*/ 73987 h 2901163"/>
              <a:gd name="connsiteX9" fmla="*/ 1398921 w 2797840"/>
              <a:gd name="connsiteY9" fmla="*/ 0 h 2901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797840" h="2901163">
                <a:moveTo>
                  <a:pt x="1398921" y="0"/>
                </a:moveTo>
                <a:cubicBezTo>
                  <a:pt x="1460182" y="0"/>
                  <a:pt x="1521443" y="24662"/>
                  <a:pt x="1567569" y="73987"/>
                </a:cubicBezTo>
                <a:lnTo>
                  <a:pt x="2726489" y="1275705"/>
                </a:lnTo>
                <a:cubicBezTo>
                  <a:pt x="2821624" y="1371364"/>
                  <a:pt x="2821624" y="1529799"/>
                  <a:pt x="2726489" y="1625459"/>
                </a:cubicBezTo>
                <a:cubicBezTo>
                  <a:pt x="1567569" y="2827177"/>
                  <a:pt x="1567569" y="2827177"/>
                  <a:pt x="1567569" y="2827177"/>
                </a:cubicBezTo>
                <a:cubicBezTo>
                  <a:pt x="1475317" y="2925825"/>
                  <a:pt x="1322524" y="2925825"/>
                  <a:pt x="1230272" y="2827177"/>
                </a:cubicBezTo>
                <a:cubicBezTo>
                  <a:pt x="71352" y="1625459"/>
                  <a:pt x="71352" y="1625459"/>
                  <a:pt x="71352" y="1625459"/>
                </a:cubicBezTo>
                <a:cubicBezTo>
                  <a:pt x="-23783" y="1529799"/>
                  <a:pt x="-23783" y="1371364"/>
                  <a:pt x="71352" y="1275705"/>
                </a:cubicBezTo>
                <a:cubicBezTo>
                  <a:pt x="1230272" y="73987"/>
                  <a:pt x="1230272" y="73987"/>
                  <a:pt x="1230272" y="73987"/>
                </a:cubicBezTo>
                <a:cubicBezTo>
                  <a:pt x="1276398" y="24662"/>
                  <a:pt x="1337659" y="0"/>
                  <a:pt x="1398921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539072" y="3613105"/>
            <a:ext cx="2797840" cy="2899610"/>
          </a:xfrm>
          <a:custGeom>
            <a:avLst/>
            <a:gdLst>
              <a:gd name="connsiteX0" fmla="*/ 1398921 w 2797840"/>
              <a:gd name="connsiteY0" fmla="*/ 0 h 2899610"/>
              <a:gd name="connsiteX1" fmla="*/ 1567569 w 2797840"/>
              <a:gd name="connsiteY1" fmla="*/ 73947 h 2899610"/>
              <a:gd name="connsiteX2" fmla="*/ 2726489 w 2797840"/>
              <a:gd name="connsiteY2" fmla="*/ 1275022 h 2899610"/>
              <a:gd name="connsiteX3" fmla="*/ 2726489 w 2797840"/>
              <a:gd name="connsiteY3" fmla="*/ 1624588 h 2899610"/>
              <a:gd name="connsiteX4" fmla="*/ 1567569 w 2797840"/>
              <a:gd name="connsiteY4" fmla="*/ 2825663 h 2899610"/>
              <a:gd name="connsiteX5" fmla="*/ 1230272 w 2797840"/>
              <a:gd name="connsiteY5" fmla="*/ 2825663 h 2899610"/>
              <a:gd name="connsiteX6" fmla="*/ 71352 w 2797840"/>
              <a:gd name="connsiteY6" fmla="*/ 1624588 h 2899610"/>
              <a:gd name="connsiteX7" fmla="*/ 71352 w 2797840"/>
              <a:gd name="connsiteY7" fmla="*/ 1275022 h 2899610"/>
              <a:gd name="connsiteX8" fmla="*/ 1230272 w 2797840"/>
              <a:gd name="connsiteY8" fmla="*/ 73947 h 2899610"/>
              <a:gd name="connsiteX9" fmla="*/ 1398921 w 2797840"/>
              <a:gd name="connsiteY9" fmla="*/ 0 h 2899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797840" h="2899610">
                <a:moveTo>
                  <a:pt x="1398921" y="0"/>
                </a:moveTo>
                <a:cubicBezTo>
                  <a:pt x="1460182" y="0"/>
                  <a:pt x="1521443" y="24649"/>
                  <a:pt x="1567569" y="73947"/>
                </a:cubicBezTo>
                <a:lnTo>
                  <a:pt x="2726489" y="1275022"/>
                </a:lnTo>
                <a:cubicBezTo>
                  <a:pt x="2821624" y="1370630"/>
                  <a:pt x="2821624" y="1528981"/>
                  <a:pt x="2726489" y="1624588"/>
                </a:cubicBezTo>
                <a:cubicBezTo>
                  <a:pt x="1567569" y="2825663"/>
                  <a:pt x="1567569" y="2825663"/>
                  <a:pt x="1567569" y="2825663"/>
                </a:cubicBezTo>
                <a:cubicBezTo>
                  <a:pt x="1475317" y="2924259"/>
                  <a:pt x="1322524" y="2924259"/>
                  <a:pt x="1230272" y="2825663"/>
                </a:cubicBezTo>
                <a:cubicBezTo>
                  <a:pt x="71352" y="1624588"/>
                  <a:pt x="71352" y="1624588"/>
                  <a:pt x="71352" y="1624588"/>
                </a:cubicBezTo>
                <a:cubicBezTo>
                  <a:pt x="-23783" y="1528981"/>
                  <a:pt x="-23783" y="1370630"/>
                  <a:pt x="71352" y="1275022"/>
                </a:cubicBezTo>
                <a:cubicBezTo>
                  <a:pt x="1230272" y="73947"/>
                  <a:pt x="1230272" y="73947"/>
                  <a:pt x="1230272" y="73947"/>
                </a:cubicBezTo>
                <a:cubicBezTo>
                  <a:pt x="1276398" y="24649"/>
                  <a:pt x="1337659" y="0"/>
                  <a:pt x="1398921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929985" y="5281050"/>
            <a:ext cx="2798739" cy="1576951"/>
          </a:xfrm>
          <a:custGeom>
            <a:avLst/>
            <a:gdLst>
              <a:gd name="connsiteX0" fmla="*/ 1399370 w 2798739"/>
              <a:gd name="connsiteY0" fmla="*/ 0 h 1576951"/>
              <a:gd name="connsiteX1" fmla="*/ 1568090 w 2798739"/>
              <a:gd name="connsiteY1" fmla="*/ 73954 h 1576951"/>
              <a:gd name="connsiteX2" fmla="*/ 2727496 w 2798739"/>
              <a:gd name="connsiteY2" fmla="*/ 1275157 h 1576951"/>
              <a:gd name="connsiteX3" fmla="*/ 2764989 w 2798739"/>
              <a:gd name="connsiteY3" fmla="*/ 1576951 h 1576951"/>
              <a:gd name="connsiteX4" fmla="*/ 33751 w 2798739"/>
              <a:gd name="connsiteY4" fmla="*/ 1576951 h 1576951"/>
              <a:gd name="connsiteX5" fmla="*/ 71244 w 2798739"/>
              <a:gd name="connsiteY5" fmla="*/ 1275157 h 1576951"/>
              <a:gd name="connsiteX6" fmla="*/ 1230650 w 2798739"/>
              <a:gd name="connsiteY6" fmla="*/ 73954 h 1576951"/>
              <a:gd name="connsiteX7" fmla="*/ 1399370 w 2798739"/>
              <a:gd name="connsiteY7" fmla="*/ 0 h 1576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98739" h="1576951">
                <a:moveTo>
                  <a:pt x="1399370" y="0"/>
                </a:moveTo>
                <a:cubicBezTo>
                  <a:pt x="1460657" y="0"/>
                  <a:pt x="1521944" y="24651"/>
                  <a:pt x="1568090" y="73954"/>
                </a:cubicBezTo>
                <a:cubicBezTo>
                  <a:pt x="1568090" y="73954"/>
                  <a:pt x="1568090" y="73954"/>
                  <a:pt x="2727496" y="1275157"/>
                </a:cubicBezTo>
                <a:cubicBezTo>
                  <a:pt x="2808251" y="1355834"/>
                  <a:pt x="2819787" y="1481333"/>
                  <a:pt x="2764989" y="1576951"/>
                </a:cubicBezTo>
                <a:cubicBezTo>
                  <a:pt x="2764989" y="1576951"/>
                  <a:pt x="2764989" y="1576951"/>
                  <a:pt x="33751" y="1576951"/>
                </a:cubicBezTo>
                <a:cubicBezTo>
                  <a:pt x="-21047" y="1481333"/>
                  <a:pt x="-9510" y="1355834"/>
                  <a:pt x="71244" y="1275157"/>
                </a:cubicBezTo>
                <a:cubicBezTo>
                  <a:pt x="71244" y="1275157"/>
                  <a:pt x="71244" y="1275157"/>
                  <a:pt x="1230650" y="73954"/>
                </a:cubicBezTo>
                <a:cubicBezTo>
                  <a:pt x="1276796" y="24651"/>
                  <a:pt x="1338083" y="0"/>
                  <a:pt x="1399370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20286" y="3613105"/>
            <a:ext cx="2799337" cy="2899610"/>
          </a:xfrm>
          <a:custGeom>
            <a:avLst/>
            <a:gdLst>
              <a:gd name="connsiteX0" fmla="*/ 1399669 w 2799337"/>
              <a:gd name="connsiteY0" fmla="*/ 0 h 2899610"/>
              <a:gd name="connsiteX1" fmla="*/ 1568408 w 2799337"/>
              <a:gd name="connsiteY1" fmla="*/ 73947 h 2899610"/>
              <a:gd name="connsiteX2" fmla="*/ 2727948 w 2799337"/>
              <a:gd name="connsiteY2" fmla="*/ 1275022 h 2899610"/>
              <a:gd name="connsiteX3" fmla="*/ 2727948 w 2799337"/>
              <a:gd name="connsiteY3" fmla="*/ 1624588 h 2899610"/>
              <a:gd name="connsiteX4" fmla="*/ 1568408 w 2799337"/>
              <a:gd name="connsiteY4" fmla="*/ 2825663 h 2899610"/>
              <a:gd name="connsiteX5" fmla="*/ 1230930 w 2799337"/>
              <a:gd name="connsiteY5" fmla="*/ 2825663 h 2899610"/>
              <a:gd name="connsiteX6" fmla="*/ 71390 w 2799337"/>
              <a:gd name="connsiteY6" fmla="*/ 1624588 h 2899610"/>
              <a:gd name="connsiteX7" fmla="*/ 71390 w 2799337"/>
              <a:gd name="connsiteY7" fmla="*/ 1275022 h 2899610"/>
              <a:gd name="connsiteX8" fmla="*/ 1230930 w 2799337"/>
              <a:gd name="connsiteY8" fmla="*/ 73947 h 2899610"/>
              <a:gd name="connsiteX9" fmla="*/ 1399669 w 2799337"/>
              <a:gd name="connsiteY9" fmla="*/ 0 h 2899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799337" h="2899610">
                <a:moveTo>
                  <a:pt x="1399669" y="0"/>
                </a:moveTo>
                <a:cubicBezTo>
                  <a:pt x="1460963" y="0"/>
                  <a:pt x="1522258" y="24649"/>
                  <a:pt x="1568408" y="73947"/>
                </a:cubicBezTo>
                <a:lnTo>
                  <a:pt x="2727948" y="1275022"/>
                </a:lnTo>
                <a:cubicBezTo>
                  <a:pt x="2823134" y="1370630"/>
                  <a:pt x="2823134" y="1528981"/>
                  <a:pt x="2727948" y="1624588"/>
                </a:cubicBezTo>
                <a:cubicBezTo>
                  <a:pt x="1568408" y="2825663"/>
                  <a:pt x="1568408" y="2825663"/>
                  <a:pt x="1568408" y="2825663"/>
                </a:cubicBezTo>
                <a:cubicBezTo>
                  <a:pt x="1476107" y="2924259"/>
                  <a:pt x="1323232" y="2924259"/>
                  <a:pt x="1230930" y="2825663"/>
                </a:cubicBezTo>
                <a:cubicBezTo>
                  <a:pt x="71390" y="1624588"/>
                  <a:pt x="71390" y="1624588"/>
                  <a:pt x="71390" y="1624588"/>
                </a:cubicBezTo>
                <a:cubicBezTo>
                  <a:pt x="-23796" y="1528981"/>
                  <a:pt x="-23796" y="1370630"/>
                  <a:pt x="71390" y="1275022"/>
                </a:cubicBezTo>
                <a:cubicBezTo>
                  <a:pt x="1230930" y="73947"/>
                  <a:pt x="1230930" y="73947"/>
                  <a:pt x="1230930" y="73947"/>
                </a:cubicBezTo>
                <a:cubicBezTo>
                  <a:pt x="1277081" y="24649"/>
                  <a:pt x="1338375" y="0"/>
                  <a:pt x="139966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976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3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 52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314885" y="4572524"/>
            <a:ext cx="2437770" cy="2285476"/>
          </a:xfrm>
          <a:custGeom>
            <a:avLst/>
            <a:gdLst>
              <a:gd name="connsiteX0" fmla="*/ 0 w 2437770"/>
              <a:gd name="connsiteY0" fmla="*/ 0 h 2285476"/>
              <a:gd name="connsiteX1" fmla="*/ 2437770 w 2437770"/>
              <a:gd name="connsiteY1" fmla="*/ 0 h 2285476"/>
              <a:gd name="connsiteX2" fmla="*/ 2437770 w 2437770"/>
              <a:gd name="connsiteY2" fmla="*/ 2285476 h 2285476"/>
              <a:gd name="connsiteX3" fmla="*/ 0 w 2437770"/>
              <a:gd name="connsiteY3" fmla="*/ 2285476 h 22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7770" h="2285476">
                <a:moveTo>
                  <a:pt x="0" y="0"/>
                </a:moveTo>
                <a:lnTo>
                  <a:pt x="2437770" y="0"/>
                </a:lnTo>
                <a:lnTo>
                  <a:pt x="2437770" y="2285476"/>
                </a:lnTo>
                <a:lnTo>
                  <a:pt x="0" y="2285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752656" y="4572524"/>
            <a:ext cx="2439345" cy="2285476"/>
          </a:xfrm>
          <a:custGeom>
            <a:avLst/>
            <a:gdLst>
              <a:gd name="connsiteX0" fmla="*/ 0 w 2439345"/>
              <a:gd name="connsiteY0" fmla="*/ 0 h 2285476"/>
              <a:gd name="connsiteX1" fmla="*/ 2439345 w 2439345"/>
              <a:gd name="connsiteY1" fmla="*/ 0 h 2285476"/>
              <a:gd name="connsiteX2" fmla="*/ 2439345 w 2439345"/>
              <a:gd name="connsiteY2" fmla="*/ 2285476 h 2285476"/>
              <a:gd name="connsiteX3" fmla="*/ 0 w 2439345"/>
              <a:gd name="connsiteY3" fmla="*/ 2285476 h 22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9345" h="2285476">
                <a:moveTo>
                  <a:pt x="0" y="0"/>
                </a:moveTo>
                <a:lnTo>
                  <a:pt x="2439345" y="0"/>
                </a:lnTo>
                <a:lnTo>
                  <a:pt x="2439345" y="2285476"/>
                </a:lnTo>
                <a:lnTo>
                  <a:pt x="0" y="2285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8" name="Freeform 47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875540" y="4572524"/>
            <a:ext cx="2439345" cy="2285476"/>
          </a:xfrm>
          <a:custGeom>
            <a:avLst/>
            <a:gdLst>
              <a:gd name="connsiteX0" fmla="*/ 0 w 2439345"/>
              <a:gd name="connsiteY0" fmla="*/ 0 h 2285476"/>
              <a:gd name="connsiteX1" fmla="*/ 2439345 w 2439345"/>
              <a:gd name="connsiteY1" fmla="*/ 0 h 2285476"/>
              <a:gd name="connsiteX2" fmla="*/ 2439345 w 2439345"/>
              <a:gd name="connsiteY2" fmla="*/ 2285476 h 2285476"/>
              <a:gd name="connsiteX3" fmla="*/ 0 w 2439345"/>
              <a:gd name="connsiteY3" fmla="*/ 2285476 h 22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9345" h="2285476">
                <a:moveTo>
                  <a:pt x="0" y="0"/>
                </a:moveTo>
                <a:lnTo>
                  <a:pt x="2439345" y="0"/>
                </a:lnTo>
                <a:lnTo>
                  <a:pt x="2439345" y="2285476"/>
                </a:lnTo>
                <a:lnTo>
                  <a:pt x="0" y="2285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439345" y="4572524"/>
            <a:ext cx="2436196" cy="2285476"/>
          </a:xfrm>
          <a:custGeom>
            <a:avLst/>
            <a:gdLst>
              <a:gd name="connsiteX0" fmla="*/ 0 w 2436196"/>
              <a:gd name="connsiteY0" fmla="*/ 0 h 2285476"/>
              <a:gd name="connsiteX1" fmla="*/ 2436196 w 2436196"/>
              <a:gd name="connsiteY1" fmla="*/ 0 h 2285476"/>
              <a:gd name="connsiteX2" fmla="*/ 2436196 w 2436196"/>
              <a:gd name="connsiteY2" fmla="*/ 2285476 h 2285476"/>
              <a:gd name="connsiteX3" fmla="*/ 0 w 2436196"/>
              <a:gd name="connsiteY3" fmla="*/ 2285476 h 22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6196" h="2285476">
                <a:moveTo>
                  <a:pt x="0" y="0"/>
                </a:moveTo>
                <a:lnTo>
                  <a:pt x="2436196" y="0"/>
                </a:lnTo>
                <a:lnTo>
                  <a:pt x="2436196" y="2285476"/>
                </a:lnTo>
                <a:lnTo>
                  <a:pt x="0" y="2285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0" y="4572524"/>
            <a:ext cx="2436196" cy="2285476"/>
          </a:xfrm>
          <a:custGeom>
            <a:avLst/>
            <a:gdLst>
              <a:gd name="connsiteX0" fmla="*/ 0 w 2436196"/>
              <a:gd name="connsiteY0" fmla="*/ 0 h 2285476"/>
              <a:gd name="connsiteX1" fmla="*/ 2436196 w 2436196"/>
              <a:gd name="connsiteY1" fmla="*/ 0 h 2285476"/>
              <a:gd name="connsiteX2" fmla="*/ 2436196 w 2436196"/>
              <a:gd name="connsiteY2" fmla="*/ 2285476 h 2285476"/>
              <a:gd name="connsiteX3" fmla="*/ 0 w 2436196"/>
              <a:gd name="connsiteY3" fmla="*/ 2285476 h 22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6196" h="2285476">
                <a:moveTo>
                  <a:pt x="0" y="0"/>
                </a:moveTo>
                <a:lnTo>
                  <a:pt x="2436196" y="0"/>
                </a:lnTo>
                <a:lnTo>
                  <a:pt x="2436196" y="2285476"/>
                </a:lnTo>
                <a:lnTo>
                  <a:pt x="0" y="2285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875540" y="2285476"/>
            <a:ext cx="2439345" cy="2287048"/>
          </a:xfrm>
          <a:custGeom>
            <a:avLst/>
            <a:gdLst>
              <a:gd name="connsiteX0" fmla="*/ 0 w 2439345"/>
              <a:gd name="connsiteY0" fmla="*/ 0 h 2287048"/>
              <a:gd name="connsiteX1" fmla="*/ 2439345 w 2439345"/>
              <a:gd name="connsiteY1" fmla="*/ 0 h 2287048"/>
              <a:gd name="connsiteX2" fmla="*/ 2439345 w 2439345"/>
              <a:gd name="connsiteY2" fmla="*/ 2287048 h 2287048"/>
              <a:gd name="connsiteX3" fmla="*/ 0 w 2439345"/>
              <a:gd name="connsiteY3" fmla="*/ 2287048 h 2287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9345" h="2287048">
                <a:moveTo>
                  <a:pt x="0" y="0"/>
                </a:moveTo>
                <a:lnTo>
                  <a:pt x="2439345" y="0"/>
                </a:lnTo>
                <a:lnTo>
                  <a:pt x="2439345" y="2287048"/>
                </a:lnTo>
                <a:lnTo>
                  <a:pt x="0" y="22870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314885" y="2285476"/>
            <a:ext cx="2437770" cy="2287048"/>
          </a:xfrm>
          <a:custGeom>
            <a:avLst/>
            <a:gdLst>
              <a:gd name="connsiteX0" fmla="*/ 0 w 2437770"/>
              <a:gd name="connsiteY0" fmla="*/ 0 h 2287048"/>
              <a:gd name="connsiteX1" fmla="*/ 2437770 w 2437770"/>
              <a:gd name="connsiteY1" fmla="*/ 0 h 2287048"/>
              <a:gd name="connsiteX2" fmla="*/ 2437770 w 2437770"/>
              <a:gd name="connsiteY2" fmla="*/ 2287048 h 2287048"/>
              <a:gd name="connsiteX3" fmla="*/ 0 w 2437770"/>
              <a:gd name="connsiteY3" fmla="*/ 2287048 h 2287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7770" h="2287048">
                <a:moveTo>
                  <a:pt x="0" y="0"/>
                </a:moveTo>
                <a:lnTo>
                  <a:pt x="2437770" y="0"/>
                </a:lnTo>
                <a:lnTo>
                  <a:pt x="2437770" y="2287048"/>
                </a:lnTo>
                <a:lnTo>
                  <a:pt x="0" y="22870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752655" y="2285476"/>
            <a:ext cx="2439345" cy="2287048"/>
          </a:xfrm>
          <a:custGeom>
            <a:avLst/>
            <a:gdLst>
              <a:gd name="connsiteX0" fmla="*/ 0 w 2439345"/>
              <a:gd name="connsiteY0" fmla="*/ 0 h 2287048"/>
              <a:gd name="connsiteX1" fmla="*/ 2439345 w 2439345"/>
              <a:gd name="connsiteY1" fmla="*/ 0 h 2287048"/>
              <a:gd name="connsiteX2" fmla="*/ 2439345 w 2439345"/>
              <a:gd name="connsiteY2" fmla="*/ 2287048 h 2287048"/>
              <a:gd name="connsiteX3" fmla="*/ 0 w 2439345"/>
              <a:gd name="connsiteY3" fmla="*/ 2287048 h 2287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9345" h="2287048">
                <a:moveTo>
                  <a:pt x="0" y="0"/>
                </a:moveTo>
                <a:lnTo>
                  <a:pt x="2439345" y="0"/>
                </a:lnTo>
                <a:lnTo>
                  <a:pt x="2439345" y="2287048"/>
                </a:lnTo>
                <a:lnTo>
                  <a:pt x="0" y="22870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314885" y="0"/>
            <a:ext cx="2437770" cy="2285476"/>
          </a:xfrm>
          <a:custGeom>
            <a:avLst/>
            <a:gdLst>
              <a:gd name="connsiteX0" fmla="*/ 0 w 2437770"/>
              <a:gd name="connsiteY0" fmla="*/ 0 h 2285476"/>
              <a:gd name="connsiteX1" fmla="*/ 2437770 w 2437770"/>
              <a:gd name="connsiteY1" fmla="*/ 0 h 2285476"/>
              <a:gd name="connsiteX2" fmla="*/ 2437770 w 2437770"/>
              <a:gd name="connsiteY2" fmla="*/ 2285476 h 2285476"/>
              <a:gd name="connsiteX3" fmla="*/ 0 w 2437770"/>
              <a:gd name="connsiteY3" fmla="*/ 2285476 h 22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7770" h="2285476">
                <a:moveTo>
                  <a:pt x="0" y="0"/>
                </a:moveTo>
                <a:lnTo>
                  <a:pt x="2437770" y="0"/>
                </a:lnTo>
                <a:lnTo>
                  <a:pt x="2437770" y="2285476"/>
                </a:lnTo>
                <a:lnTo>
                  <a:pt x="0" y="2285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752655" y="0"/>
            <a:ext cx="2439345" cy="2285476"/>
          </a:xfrm>
          <a:custGeom>
            <a:avLst/>
            <a:gdLst>
              <a:gd name="connsiteX0" fmla="*/ 0 w 2439345"/>
              <a:gd name="connsiteY0" fmla="*/ 0 h 2285476"/>
              <a:gd name="connsiteX1" fmla="*/ 2439345 w 2439345"/>
              <a:gd name="connsiteY1" fmla="*/ 0 h 2285476"/>
              <a:gd name="connsiteX2" fmla="*/ 2439345 w 2439345"/>
              <a:gd name="connsiteY2" fmla="*/ 2285476 h 2285476"/>
              <a:gd name="connsiteX3" fmla="*/ 0 w 2439345"/>
              <a:gd name="connsiteY3" fmla="*/ 2285476 h 22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9345" h="2285476">
                <a:moveTo>
                  <a:pt x="0" y="0"/>
                </a:moveTo>
                <a:lnTo>
                  <a:pt x="2439345" y="0"/>
                </a:lnTo>
                <a:lnTo>
                  <a:pt x="2439345" y="2285476"/>
                </a:lnTo>
                <a:lnTo>
                  <a:pt x="0" y="2285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875541" y="0"/>
            <a:ext cx="2439345" cy="2285476"/>
          </a:xfrm>
          <a:custGeom>
            <a:avLst/>
            <a:gdLst>
              <a:gd name="connsiteX0" fmla="*/ 0 w 2439345"/>
              <a:gd name="connsiteY0" fmla="*/ 0 h 2285476"/>
              <a:gd name="connsiteX1" fmla="*/ 2439345 w 2439345"/>
              <a:gd name="connsiteY1" fmla="*/ 0 h 2285476"/>
              <a:gd name="connsiteX2" fmla="*/ 2439345 w 2439345"/>
              <a:gd name="connsiteY2" fmla="*/ 2285476 h 2285476"/>
              <a:gd name="connsiteX3" fmla="*/ 0 w 2439345"/>
              <a:gd name="connsiteY3" fmla="*/ 2285476 h 2285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9345" h="2285476">
                <a:moveTo>
                  <a:pt x="0" y="0"/>
                </a:moveTo>
                <a:lnTo>
                  <a:pt x="2439345" y="0"/>
                </a:lnTo>
                <a:lnTo>
                  <a:pt x="2439345" y="2285476"/>
                </a:lnTo>
                <a:lnTo>
                  <a:pt x="0" y="228547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080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4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860263" y="3423277"/>
            <a:ext cx="5331737" cy="3434724"/>
          </a:xfrm>
          <a:custGeom>
            <a:avLst/>
            <a:gdLst>
              <a:gd name="connsiteX0" fmla="*/ 0 w 5331737"/>
              <a:gd name="connsiteY0" fmla="*/ 0 h 3434724"/>
              <a:gd name="connsiteX1" fmla="*/ 5331737 w 5331737"/>
              <a:gd name="connsiteY1" fmla="*/ 0 h 3434724"/>
              <a:gd name="connsiteX2" fmla="*/ 5331737 w 5331737"/>
              <a:gd name="connsiteY2" fmla="*/ 3434724 h 3434724"/>
              <a:gd name="connsiteX3" fmla="*/ 0 w 5331737"/>
              <a:gd name="connsiteY3" fmla="*/ 3434724 h 3434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1737" h="3434724">
                <a:moveTo>
                  <a:pt x="0" y="0"/>
                </a:moveTo>
                <a:lnTo>
                  <a:pt x="5331737" y="0"/>
                </a:lnTo>
                <a:lnTo>
                  <a:pt x="5331737" y="3434724"/>
                </a:lnTo>
                <a:lnTo>
                  <a:pt x="0" y="34347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424853"/>
            <a:ext cx="3430132" cy="3433148"/>
          </a:xfrm>
          <a:custGeom>
            <a:avLst/>
            <a:gdLst>
              <a:gd name="connsiteX0" fmla="*/ 0 w 3430132"/>
              <a:gd name="connsiteY0" fmla="*/ 0 h 3433148"/>
              <a:gd name="connsiteX1" fmla="*/ 3430132 w 3430132"/>
              <a:gd name="connsiteY1" fmla="*/ 0 h 3433148"/>
              <a:gd name="connsiteX2" fmla="*/ 3430132 w 3430132"/>
              <a:gd name="connsiteY2" fmla="*/ 3433148 h 3433148"/>
              <a:gd name="connsiteX3" fmla="*/ 0 w 3430132"/>
              <a:gd name="connsiteY3" fmla="*/ 3433148 h 343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132" h="3433148">
                <a:moveTo>
                  <a:pt x="0" y="0"/>
                </a:moveTo>
                <a:lnTo>
                  <a:pt x="3430132" y="0"/>
                </a:lnTo>
                <a:lnTo>
                  <a:pt x="3430132" y="3433148"/>
                </a:lnTo>
                <a:lnTo>
                  <a:pt x="0" y="34331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30132" y="3424853"/>
            <a:ext cx="3430132" cy="3433148"/>
          </a:xfrm>
          <a:custGeom>
            <a:avLst/>
            <a:gdLst>
              <a:gd name="connsiteX0" fmla="*/ 0 w 3430132"/>
              <a:gd name="connsiteY0" fmla="*/ 0 h 3433148"/>
              <a:gd name="connsiteX1" fmla="*/ 3430132 w 3430132"/>
              <a:gd name="connsiteY1" fmla="*/ 0 h 3433148"/>
              <a:gd name="connsiteX2" fmla="*/ 3430132 w 3430132"/>
              <a:gd name="connsiteY2" fmla="*/ 3433148 h 3433148"/>
              <a:gd name="connsiteX3" fmla="*/ 0 w 3430132"/>
              <a:gd name="connsiteY3" fmla="*/ 3433148 h 343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132" h="3433148">
                <a:moveTo>
                  <a:pt x="0" y="0"/>
                </a:moveTo>
                <a:lnTo>
                  <a:pt x="3430132" y="0"/>
                </a:lnTo>
                <a:lnTo>
                  <a:pt x="3430132" y="3433148"/>
                </a:lnTo>
                <a:lnTo>
                  <a:pt x="0" y="34331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60264" y="-9871"/>
            <a:ext cx="5331737" cy="3434724"/>
          </a:xfrm>
          <a:custGeom>
            <a:avLst/>
            <a:gdLst>
              <a:gd name="connsiteX0" fmla="*/ 0 w 5331737"/>
              <a:gd name="connsiteY0" fmla="*/ 0 h 3434724"/>
              <a:gd name="connsiteX1" fmla="*/ 5331737 w 5331737"/>
              <a:gd name="connsiteY1" fmla="*/ 0 h 3434724"/>
              <a:gd name="connsiteX2" fmla="*/ 5331737 w 5331737"/>
              <a:gd name="connsiteY2" fmla="*/ 3434724 h 3434724"/>
              <a:gd name="connsiteX3" fmla="*/ 0 w 5331737"/>
              <a:gd name="connsiteY3" fmla="*/ 3434724 h 3434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1737" h="3434724">
                <a:moveTo>
                  <a:pt x="0" y="0"/>
                </a:moveTo>
                <a:lnTo>
                  <a:pt x="5331737" y="0"/>
                </a:lnTo>
                <a:lnTo>
                  <a:pt x="5331737" y="3434724"/>
                </a:lnTo>
                <a:lnTo>
                  <a:pt x="0" y="34347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46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5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1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841584" y="4053456"/>
            <a:ext cx="2350416" cy="2804545"/>
          </a:xfrm>
          <a:custGeom>
            <a:avLst/>
            <a:gdLst>
              <a:gd name="connsiteX0" fmla="*/ 0 w 2350416"/>
              <a:gd name="connsiteY0" fmla="*/ 0 h 2804545"/>
              <a:gd name="connsiteX1" fmla="*/ 2350416 w 2350416"/>
              <a:gd name="connsiteY1" fmla="*/ 0 h 2804545"/>
              <a:gd name="connsiteX2" fmla="*/ 2350416 w 2350416"/>
              <a:gd name="connsiteY2" fmla="*/ 2804545 h 2804545"/>
              <a:gd name="connsiteX3" fmla="*/ 0 w 2350416"/>
              <a:gd name="connsiteY3" fmla="*/ 2804545 h 2804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0416" h="2804545">
                <a:moveTo>
                  <a:pt x="0" y="0"/>
                </a:moveTo>
                <a:lnTo>
                  <a:pt x="2350416" y="0"/>
                </a:lnTo>
                <a:lnTo>
                  <a:pt x="2350416" y="2804545"/>
                </a:lnTo>
                <a:lnTo>
                  <a:pt x="0" y="28045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491167" y="4053457"/>
            <a:ext cx="2350416" cy="2804545"/>
          </a:xfrm>
          <a:custGeom>
            <a:avLst/>
            <a:gdLst>
              <a:gd name="connsiteX0" fmla="*/ 0 w 2350416"/>
              <a:gd name="connsiteY0" fmla="*/ 0 h 2804545"/>
              <a:gd name="connsiteX1" fmla="*/ 2350416 w 2350416"/>
              <a:gd name="connsiteY1" fmla="*/ 0 h 2804545"/>
              <a:gd name="connsiteX2" fmla="*/ 2350416 w 2350416"/>
              <a:gd name="connsiteY2" fmla="*/ 2804545 h 2804545"/>
              <a:gd name="connsiteX3" fmla="*/ 0 w 2350416"/>
              <a:gd name="connsiteY3" fmla="*/ 2804545 h 2804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0416" h="2804545">
                <a:moveTo>
                  <a:pt x="0" y="0"/>
                </a:moveTo>
                <a:lnTo>
                  <a:pt x="2350416" y="0"/>
                </a:lnTo>
                <a:lnTo>
                  <a:pt x="2350416" y="2804545"/>
                </a:lnTo>
                <a:lnTo>
                  <a:pt x="0" y="28045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" y="4053457"/>
            <a:ext cx="7491167" cy="2804545"/>
          </a:xfrm>
          <a:custGeom>
            <a:avLst/>
            <a:gdLst>
              <a:gd name="connsiteX0" fmla="*/ 0 w 7491167"/>
              <a:gd name="connsiteY0" fmla="*/ 0 h 2804545"/>
              <a:gd name="connsiteX1" fmla="*/ 7491167 w 7491167"/>
              <a:gd name="connsiteY1" fmla="*/ 0 h 2804545"/>
              <a:gd name="connsiteX2" fmla="*/ 7491167 w 7491167"/>
              <a:gd name="connsiteY2" fmla="*/ 2804545 h 2804545"/>
              <a:gd name="connsiteX3" fmla="*/ 0 w 7491167"/>
              <a:gd name="connsiteY3" fmla="*/ 2804545 h 2804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91167" h="2804545">
                <a:moveTo>
                  <a:pt x="0" y="0"/>
                </a:moveTo>
                <a:lnTo>
                  <a:pt x="7491167" y="0"/>
                </a:lnTo>
                <a:lnTo>
                  <a:pt x="7491167" y="2804545"/>
                </a:lnTo>
                <a:lnTo>
                  <a:pt x="0" y="280454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491167" y="2202111"/>
            <a:ext cx="4700833" cy="1851346"/>
          </a:xfrm>
          <a:custGeom>
            <a:avLst/>
            <a:gdLst>
              <a:gd name="connsiteX0" fmla="*/ 0 w 4700833"/>
              <a:gd name="connsiteY0" fmla="*/ 0 h 1851346"/>
              <a:gd name="connsiteX1" fmla="*/ 4700833 w 4700833"/>
              <a:gd name="connsiteY1" fmla="*/ 0 h 1851346"/>
              <a:gd name="connsiteX2" fmla="*/ 4700833 w 4700833"/>
              <a:gd name="connsiteY2" fmla="*/ 1851346 h 1851346"/>
              <a:gd name="connsiteX3" fmla="*/ 0 w 4700833"/>
              <a:gd name="connsiteY3" fmla="*/ 1851346 h 1851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0833" h="1851346">
                <a:moveTo>
                  <a:pt x="0" y="0"/>
                </a:moveTo>
                <a:lnTo>
                  <a:pt x="4700833" y="0"/>
                </a:lnTo>
                <a:lnTo>
                  <a:pt x="4700833" y="1851346"/>
                </a:lnTo>
                <a:lnTo>
                  <a:pt x="0" y="185134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841584" y="1"/>
            <a:ext cx="2350416" cy="2202110"/>
          </a:xfrm>
          <a:custGeom>
            <a:avLst/>
            <a:gdLst>
              <a:gd name="connsiteX0" fmla="*/ 0 w 2350416"/>
              <a:gd name="connsiteY0" fmla="*/ 0 h 2202110"/>
              <a:gd name="connsiteX1" fmla="*/ 2350416 w 2350416"/>
              <a:gd name="connsiteY1" fmla="*/ 0 h 2202110"/>
              <a:gd name="connsiteX2" fmla="*/ 2350416 w 2350416"/>
              <a:gd name="connsiteY2" fmla="*/ 2202110 h 2202110"/>
              <a:gd name="connsiteX3" fmla="*/ 0 w 2350416"/>
              <a:gd name="connsiteY3" fmla="*/ 2202110 h 2202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0416" h="2202110">
                <a:moveTo>
                  <a:pt x="0" y="0"/>
                </a:moveTo>
                <a:lnTo>
                  <a:pt x="2350416" y="0"/>
                </a:lnTo>
                <a:lnTo>
                  <a:pt x="2350416" y="2202110"/>
                </a:lnTo>
                <a:lnTo>
                  <a:pt x="0" y="22021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491167" y="1"/>
            <a:ext cx="2350416" cy="2202110"/>
          </a:xfrm>
          <a:custGeom>
            <a:avLst/>
            <a:gdLst>
              <a:gd name="connsiteX0" fmla="*/ 0 w 2350416"/>
              <a:gd name="connsiteY0" fmla="*/ 0 h 2202110"/>
              <a:gd name="connsiteX1" fmla="*/ 2350416 w 2350416"/>
              <a:gd name="connsiteY1" fmla="*/ 0 h 2202110"/>
              <a:gd name="connsiteX2" fmla="*/ 2350416 w 2350416"/>
              <a:gd name="connsiteY2" fmla="*/ 2202110 h 2202110"/>
              <a:gd name="connsiteX3" fmla="*/ 0 w 2350416"/>
              <a:gd name="connsiteY3" fmla="*/ 2202110 h 2202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50416" h="2202110">
                <a:moveTo>
                  <a:pt x="0" y="0"/>
                </a:moveTo>
                <a:lnTo>
                  <a:pt x="2350416" y="0"/>
                </a:lnTo>
                <a:lnTo>
                  <a:pt x="2350416" y="2202110"/>
                </a:lnTo>
                <a:lnTo>
                  <a:pt x="0" y="220211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724400" y="2"/>
            <a:ext cx="2766768" cy="4053455"/>
          </a:xfrm>
          <a:custGeom>
            <a:avLst/>
            <a:gdLst>
              <a:gd name="connsiteX0" fmla="*/ 0 w 2766768"/>
              <a:gd name="connsiteY0" fmla="*/ 0 h 4053455"/>
              <a:gd name="connsiteX1" fmla="*/ 2766768 w 2766768"/>
              <a:gd name="connsiteY1" fmla="*/ 0 h 4053455"/>
              <a:gd name="connsiteX2" fmla="*/ 2766768 w 2766768"/>
              <a:gd name="connsiteY2" fmla="*/ 4053455 h 4053455"/>
              <a:gd name="connsiteX3" fmla="*/ 0 w 2766768"/>
              <a:gd name="connsiteY3" fmla="*/ 4053455 h 4053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66768" h="4053455">
                <a:moveTo>
                  <a:pt x="0" y="0"/>
                </a:moveTo>
                <a:lnTo>
                  <a:pt x="2766768" y="0"/>
                </a:lnTo>
                <a:lnTo>
                  <a:pt x="2766768" y="4053455"/>
                </a:lnTo>
                <a:lnTo>
                  <a:pt x="0" y="405345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005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6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 42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378890" y="0"/>
            <a:ext cx="2829678" cy="4159480"/>
          </a:xfrm>
          <a:custGeom>
            <a:avLst/>
            <a:gdLst>
              <a:gd name="connsiteX0" fmla="*/ 0 w 2829678"/>
              <a:gd name="connsiteY0" fmla="*/ 0 h 4159480"/>
              <a:gd name="connsiteX1" fmla="*/ 2829678 w 2829678"/>
              <a:gd name="connsiteY1" fmla="*/ 0 h 4159480"/>
              <a:gd name="connsiteX2" fmla="*/ 2829678 w 2829678"/>
              <a:gd name="connsiteY2" fmla="*/ 4159480 h 4159480"/>
              <a:gd name="connsiteX3" fmla="*/ 0 w 2829678"/>
              <a:gd name="connsiteY3" fmla="*/ 4159480 h 4159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9678" h="4159480">
                <a:moveTo>
                  <a:pt x="0" y="0"/>
                </a:moveTo>
                <a:lnTo>
                  <a:pt x="2829678" y="0"/>
                </a:lnTo>
                <a:lnTo>
                  <a:pt x="2829678" y="4159480"/>
                </a:lnTo>
                <a:lnTo>
                  <a:pt x="0" y="41594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994016" y="2776227"/>
            <a:ext cx="1384874" cy="1386493"/>
          </a:xfrm>
          <a:custGeom>
            <a:avLst/>
            <a:gdLst>
              <a:gd name="connsiteX0" fmla="*/ 0 w 1384874"/>
              <a:gd name="connsiteY0" fmla="*/ 0 h 1386493"/>
              <a:gd name="connsiteX1" fmla="*/ 1384874 w 1384874"/>
              <a:gd name="connsiteY1" fmla="*/ 0 h 1386493"/>
              <a:gd name="connsiteX2" fmla="*/ 1384874 w 1384874"/>
              <a:gd name="connsiteY2" fmla="*/ 1386493 h 1386493"/>
              <a:gd name="connsiteX3" fmla="*/ 0 w 1384874"/>
              <a:gd name="connsiteY3" fmla="*/ 1386493 h 1386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4874" h="1386493">
                <a:moveTo>
                  <a:pt x="0" y="0"/>
                </a:moveTo>
                <a:lnTo>
                  <a:pt x="1384874" y="0"/>
                </a:lnTo>
                <a:lnTo>
                  <a:pt x="1384874" y="1386493"/>
                </a:lnTo>
                <a:lnTo>
                  <a:pt x="0" y="138649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94016" y="1386494"/>
            <a:ext cx="1384874" cy="1389733"/>
          </a:xfrm>
          <a:custGeom>
            <a:avLst/>
            <a:gdLst>
              <a:gd name="connsiteX0" fmla="*/ 0 w 1384874"/>
              <a:gd name="connsiteY0" fmla="*/ 0 h 1389733"/>
              <a:gd name="connsiteX1" fmla="*/ 1384874 w 1384874"/>
              <a:gd name="connsiteY1" fmla="*/ 0 h 1389733"/>
              <a:gd name="connsiteX2" fmla="*/ 1384874 w 1384874"/>
              <a:gd name="connsiteY2" fmla="*/ 1389733 h 1389733"/>
              <a:gd name="connsiteX3" fmla="*/ 0 w 1384874"/>
              <a:gd name="connsiteY3" fmla="*/ 1389733 h 138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4874" h="1389733">
                <a:moveTo>
                  <a:pt x="0" y="0"/>
                </a:moveTo>
                <a:lnTo>
                  <a:pt x="1384874" y="0"/>
                </a:lnTo>
                <a:lnTo>
                  <a:pt x="1384874" y="1389733"/>
                </a:lnTo>
                <a:lnTo>
                  <a:pt x="0" y="138973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605904" y="2776226"/>
            <a:ext cx="1388114" cy="1386493"/>
          </a:xfrm>
          <a:custGeom>
            <a:avLst/>
            <a:gdLst>
              <a:gd name="connsiteX0" fmla="*/ 0 w 1388114"/>
              <a:gd name="connsiteY0" fmla="*/ 0 h 1386493"/>
              <a:gd name="connsiteX1" fmla="*/ 1388114 w 1388114"/>
              <a:gd name="connsiteY1" fmla="*/ 0 h 1386493"/>
              <a:gd name="connsiteX2" fmla="*/ 1388114 w 1388114"/>
              <a:gd name="connsiteY2" fmla="*/ 1386493 h 1386493"/>
              <a:gd name="connsiteX3" fmla="*/ 0 w 1388114"/>
              <a:gd name="connsiteY3" fmla="*/ 1386493 h 1386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8114" h="1386493">
                <a:moveTo>
                  <a:pt x="0" y="0"/>
                </a:moveTo>
                <a:lnTo>
                  <a:pt x="1388114" y="0"/>
                </a:lnTo>
                <a:lnTo>
                  <a:pt x="1388114" y="1386493"/>
                </a:lnTo>
                <a:lnTo>
                  <a:pt x="0" y="138649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605904" y="0"/>
            <a:ext cx="1388114" cy="1389733"/>
          </a:xfrm>
          <a:custGeom>
            <a:avLst/>
            <a:gdLst>
              <a:gd name="connsiteX0" fmla="*/ 0 w 1388114"/>
              <a:gd name="connsiteY0" fmla="*/ 0 h 1389733"/>
              <a:gd name="connsiteX1" fmla="*/ 1388114 w 1388114"/>
              <a:gd name="connsiteY1" fmla="*/ 0 h 1389733"/>
              <a:gd name="connsiteX2" fmla="*/ 1388114 w 1388114"/>
              <a:gd name="connsiteY2" fmla="*/ 1389733 h 1389733"/>
              <a:gd name="connsiteX3" fmla="*/ 0 w 1388114"/>
              <a:gd name="connsiteY3" fmla="*/ 1389733 h 138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8114" h="1389733">
                <a:moveTo>
                  <a:pt x="0" y="0"/>
                </a:moveTo>
                <a:lnTo>
                  <a:pt x="1388114" y="0"/>
                </a:lnTo>
                <a:lnTo>
                  <a:pt x="1388114" y="1389733"/>
                </a:lnTo>
                <a:lnTo>
                  <a:pt x="0" y="138973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774608" y="0"/>
            <a:ext cx="2831297" cy="4159480"/>
          </a:xfrm>
          <a:custGeom>
            <a:avLst/>
            <a:gdLst>
              <a:gd name="connsiteX0" fmla="*/ 0 w 2831297"/>
              <a:gd name="connsiteY0" fmla="*/ 0 h 4159480"/>
              <a:gd name="connsiteX1" fmla="*/ 2831297 w 2831297"/>
              <a:gd name="connsiteY1" fmla="*/ 0 h 4159480"/>
              <a:gd name="connsiteX2" fmla="*/ 2831297 w 2831297"/>
              <a:gd name="connsiteY2" fmla="*/ 4159480 h 4159480"/>
              <a:gd name="connsiteX3" fmla="*/ 0 w 2831297"/>
              <a:gd name="connsiteY3" fmla="*/ 4159480 h 4159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1297" h="4159480">
                <a:moveTo>
                  <a:pt x="0" y="0"/>
                </a:moveTo>
                <a:lnTo>
                  <a:pt x="2831297" y="0"/>
                </a:lnTo>
                <a:lnTo>
                  <a:pt x="2831297" y="4159480"/>
                </a:lnTo>
                <a:lnTo>
                  <a:pt x="0" y="41594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88114" y="0"/>
            <a:ext cx="1386493" cy="1389733"/>
          </a:xfrm>
          <a:custGeom>
            <a:avLst/>
            <a:gdLst>
              <a:gd name="connsiteX0" fmla="*/ 0 w 1386493"/>
              <a:gd name="connsiteY0" fmla="*/ 0 h 1389733"/>
              <a:gd name="connsiteX1" fmla="*/ 1386493 w 1386493"/>
              <a:gd name="connsiteY1" fmla="*/ 0 h 1389733"/>
              <a:gd name="connsiteX2" fmla="*/ 1386493 w 1386493"/>
              <a:gd name="connsiteY2" fmla="*/ 1389733 h 1389733"/>
              <a:gd name="connsiteX3" fmla="*/ 0 w 1386493"/>
              <a:gd name="connsiteY3" fmla="*/ 1389733 h 138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86493" h="1389733">
                <a:moveTo>
                  <a:pt x="0" y="0"/>
                </a:moveTo>
                <a:lnTo>
                  <a:pt x="1386493" y="0"/>
                </a:lnTo>
                <a:lnTo>
                  <a:pt x="1386493" y="1389733"/>
                </a:lnTo>
                <a:lnTo>
                  <a:pt x="0" y="138973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1389734"/>
            <a:ext cx="2774607" cy="2769747"/>
          </a:xfrm>
          <a:custGeom>
            <a:avLst/>
            <a:gdLst>
              <a:gd name="connsiteX0" fmla="*/ 0 w 2774607"/>
              <a:gd name="connsiteY0" fmla="*/ 0 h 2769747"/>
              <a:gd name="connsiteX1" fmla="*/ 2774607 w 2774607"/>
              <a:gd name="connsiteY1" fmla="*/ 0 h 2769747"/>
              <a:gd name="connsiteX2" fmla="*/ 2774607 w 2774607"/>
              <a:gd name="connsiteY2" fmla="*/ 2769747 h 2769747"/>
              <a:gd name="connsiteX3" fmla="*/ 0 w 2774607"/>
              <a:gd name="connsiteY3" fmla="*/ 2769747 h 2769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4607" h="2769747">
                <a:moveTo>
                  <a:pt x="0" y="0"/>
                </a:moveTo>
                <a:lnTo>
                  <a:pt x="2774607" y="0"/>
                </a:lnTo>
                <a:lnTo>
                  <a:pt x="2774607" y="2769747"/>
                </a:lnTo>
                <a:lnTo>
                  <a:pt x="0" y="276974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542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7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-3175" y="-6349"/>
            <a:ext cx="3049588" cy="3432175"/>
          </a:xfrm>
          <a:custGeom>
            <a:avLst/>
            <a:gdLst>
              <a:gd name="connsiteX0" fmla="*/ 0 w 3049588"/>
              <a:gd name="connsiteY0" fmla="*/ 0 h 3432175"/>
              <a:gd name="connsiteX1" fmla="*/ 3049588 w 3049588"/>
              <a:gd name="connsiteY1" fmla="*/ 0 h 3432175"/>
              <a:gd name="connsiteX2" fmla="*/ 3049588 w 3049588"/>
              <a:gd name="connsiteY2" fmla="*/ 3432175 h 3432175"/>
              <a:gd name="connsiteX3" fmla="*/ 0 w 3049588"/>
              <a:gd name="connsiteY3" fmla="*/ 3432175 h 343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9588" h="3432175">
                <a:moveTo>
                  <a:pt x="0" y="0"/>
                </a:moveTo>
                <a:lnTo>
                  <a:pt x="3049588" y="0"/>
                </a:lnTo>
                <a:lnTo>
                  <a:pt x="3049588" y="3432175"/>
                </a:lnTo>
                <a:lnTo>
                  <a:pt x="0" y="34321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46413" y="3425826"/>
            <a:ext cx="3048000" cy="3432175"/>
          </a:xfrm>
          <a:custGeom>
            <a:avLst/>
            <a:gdLst>
              <a:gd name="connsiteX0" fmla="*/ 0 w 3048000"/>
              <a:gd name="connsiteY0" fmla="*/ 0 h 3432175"/>
              <a:gd name="connsiteX1" fmla="*/ 3048000 w 3048000"/>
              <a:gd name="connsiteY1" fmla="*/ 0 h 3432175"/>
              <a:gd name="connsiteX2" fmla="*/ 3048000 w 3048000"/>
              <a:gd name="connsiteY2" fmla="*/ 3432175 h 3432175"/>
              <a:gd name="connsiteX3" fmla="*/ 0 w 3048000"/>
              <a:gd name="connsiteY3" fmla="*/ 3432175 h 343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3432175">
                <a:moveTo>
                  <a:pt x="0" y="0"/>
                </a:moveTo>
                <a:lnTo>
                  <a:pt x="3048000" y="0"/>
                </a:lnTo>
                <a:lnTo>
                  <a:pt x="3048000" y="3432175"/>
                </a:lnTo>
                <a:lnTo>
                  <a:pt x="0" y="34321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094414" y="-6349"/>
            <a:ext cx="3046413" cy="3432175"/>
          </a:xfrm>
          <a:custGeom>
            <a:avLst/>
            <a:gdLst>
              <a:gd name="connsiteX0" fmla="*/ 0 w 3046413"/>
              <a:gd name="connsiteY0" fmla="*/ 0 h 3432175"/>
              <a:gd name="connsiteX1" fmla="*/ 3046413 w 3046413"/>
              <a:gd name="connsiteY1" fmla="*/ 0 h 3432175"/>
              <a:gd name="connsiteX2" fmla="*/ 3046413 w 3046413"/>
              <a:gd name="connsiteY2" fmla="*/ 3432175 h 3432175"/>
              <a:gd name="connsiteX3" fmla="*/ 0 w 3046413"/>
              <a:gd name="connsiteY3" fmla="*/ 3432175 h 343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6413" h="3432175">
                <a:moveTo>
                  <a:pt x="0" y="0"/>
                </a:moveTo>
                <a:lnTo>
                  <a:pt x="3046413" y="0"/>
                </a:lnTo>
                <a:lnTo>
                  <a:pt x="3046413" y="3432175"/>
                </a:lnTo>
                <a:lnTo>
                  <a:pt x="0" y="34321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40825" y="3425826"/>
            <a:ext cx="3048000" cy="3432175"/>
          </a:xfrm>
          <a:custGeom>
            <a:avLst/>
            <a:gdLst>
              <a:gd name="connsiteX0" fmla="*/ 0 w 3048000"/>
              <a:gd name="connsiteY0" fmla="*/ 0 h 3432175"/>
              <a:gd name="connsiteX1" fmla="*/ 3048000 w 3048000"/>
              <a:gd name="connsiteY1" fmla="*/ 0 h 3432175"/>
              <a:gd name="connsiteX2" fmla="*/ 3048000 w 3048000"/>
              <a:gd name="connsiteY2" fmla="*/ 3432175 h 3432175"/>
              <a:gd name="connsiteX3" fmla="*/ 0 w 3048000"/>
              <a:gd name="connsiteY3" fmla="*/ 3432175 h 343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3432175">
                <a:moveTo>
                  <a:pt x="0" y="0"/>
                </a:moveTo>
                <a:lnTo>
                  <a:pt x="3048000" y="0"/>
                </a:lnTo>
                <a:lnTo>
                  <a:pt x="3048000" y="3432175"/>
                </a:lnTo>
                <a:lnTo>
                  <a:pt x="0" y="343217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921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8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345809" y="0"/>
            <a:ext cx="2696012" cy="2639386"/>
          </a:xfrm>
          <a:custGeom>
            <a:avLst/>
            <a:gdLst>
              <a:gd name="connsiteX0" fmla="*/ 0 w 2696012"/>
              <a:gd name="connsiteY0" fmla="*/ 0 h 2639386"/>
              <a:gd name="connsiteX1" fmla="*/ 2696012 w 2696012"/>
              <a:gd name="connsiteY1" fmla="*/ 0 h 2639386"/>
              <a:gd name="connsiteX2" fmla="*/ 2696012 w 2696012"/>
              <a:gd name="connsiteY2" fmla="*/ 2639386 h 2639386"/>
              <a:gd name="connsiteX3" fmla="*/ 0 w 2696012"/>
              <a:gd name="connsiteY3" fmla="*/ 2639386 h 263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6012" h="2639386">
                <a:moveTo>
                  <a:pt x="0" y="0"/>
                </a:moveTo>
                <a:lnTo>
                  <a:pt x="2696012" y="0"/>
                </a:lnTo>
                <a:lnTo>
                  <a:pt x="2696012" y="2639386"/>
                </a:lnTo>
                <a:lnTo>
                  <a:pt x="0" y="263938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161364" y="-1"/>
            <a:ext cx="2696012" cy="6858000"/>
          </a:xfrm>
          <a:custGeom>
            <a:avLst/>
            <a:gdLst>
              <a:gd name="connsiteX0" fmla="*/ 0 w 2696012"/>
              <a:gd name="connsiteY0" fmla="*/ 3926048 h 6858000"/>
              <a:gd name="connsiteX1" fmla="*/ 2696012 w 2696012"/>
              <a:gd name="connsiteY1" fmla="*/ 3926048 h 6858000"/>
              <a:gd name="connsiteX2" fmla="*/ 2696012 w 2696012"/>
              <a:gd name="connsiteY2" fmla="*/ 6858000 h 6858000"/>
              <a:gd name="connsiteX3" fmla="*/ 0 w 2696012"/>
              <a:gd name="connsiteY3" fmla="*/ 6858000 h 6858000"/>
              <a:gd name="connsiteX4" fmla="*/ 0 w 2696012"/>
              <a:gd name="connsiteY4" fmla="*/ 0 h 6858000"/>
              <a:gd name="connsiteX5" fmla="*/ 2696012 w 2696012"/>
              <a:gd name="connsiteY5" fmla="*/ 0 h 6858000"/>
              <a:gd name="connsiteX6" fmla="*/ 2696012 w 2696012"/>
              <a:gd name="connsiteY6" fmla="*/ 3806505 h 6858000"/>
              <a:gd name="connsiteX7" fmla="*/ 0 w 2696012"/>
              <a:gd name="connsiteY7" fmla="*/ 3806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6012" h="6858000">
                <a:moveTo>
                  <a:pt x="0" y="3926048"/>
                </a:moveTo>
                <a:lnTo>
                  <a:pt x="2696012" y="3926048"/>
                </a:lnTo>
                <a:lnTo>
                  <a:pt x="2696012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2696012" y="0"/>
                </a:lnTo>
                <a:lnTo>
                  <a:pt x="2696012" y="3806505"/>
                </a:lnTo>
                <a:lnTo>
                  <a:pt x="0" y="3806505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975347" y="0"/>
            <a:ext cx="3216654" cy="6858000"/>
          </a:xfrm>
          <a:custGeom>
            <a:avLst/>
            <a:gdLst>
              <a:gd name="connsiteX0" fmla="*/ 0 w 3216654"/>
              <a:gd name="connsiteY0" fmla="*/ 0 h 6858000"/>
              <a:gd name="connsiteX1" fmla="*/ 3216654 w 3216654"/>
              <a:gd name="connsiteY1" fmla="*/ 0 h 6858000"/>
              <a:gd name="connsiteX2" fmla="*/ 3216654 w 3216654"/>
              <a:gd name="connsiteY2" fmla="*/ 6858000 h 6858000"/>
              <a:gd name="connsiteX3" fmla="*/ 0 w 32166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16654" h="6858000">
                <a:moveTo>
                  <a:pt x="0" y="0"/>
                </a:moveTo>
                <a:lnTo>
                  <a:pt x="3216654" y="0"/>
                </a:lnTo>
                <a:lnTo>
                  <a:pt x="3216654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103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9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536889" y="3501008"/>
            <a:ext cx="2542887" cy="2808312"/>
          </a:xfrm>
          <a:custGeom>
            <a:avLst/>
            <a:gdLst>
              <a:gd name="connsiteX0" fmla="*/ 0 w 2542887"/>
              <a:gd name="connsiteY0" fmla="*/ 0 h 2808312"/>
              <a:gd name="connsiteX1" fmla="*/ 2542887 w 2542887"/>
              <a:gd name="connsiteY1" fmla="*/ 0 h 2808312"/>
              <a:gd name="connsiteX2" fmla="*/ 2542887 w 2542887"/>
              <a:gd name="connsiteY2" fmla="*/ 2808312 h 2808312"/>
              <a:gd name="connsiteX3" fmla="*/ 0 w 2542887"/>
              <a:gd name="connsiteY3" fmla="*/ 2808312 h 280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42887" h="2808312">
                <a:moveTo>
                  <a:pt x="0" y="0"/>
                </a:moveTo>
                <a:lnTo>
                  <a:pt x="2542887" y="0"/>
                </a:lnTo>
                <a:lnTo>
                  <a:pt x="2542887" y="2808312"/>
                </a:lnTo>
                <a:lnTo>
                  <a:pt x="0" y="280831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783D925-2F31-4385-B858-82ACB70725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79776" y="1052736"/>
            <a:ext cx="5256584" cy="5805264"/>
          </a:xfrm>
          <a:custGeom>
            <a:avLst/>
            <a:gdLst>
              <a:gd name="connsiteX0" fmla="*/ 0 w 5256584"/>
              <a:gd name="connsiteY0" fmla="*/ 0 h 5805264"/>
              <a:gd name="connsiteX1" fmla="*/ 5256584 w 5256584"/>
              <a:gd name="connsiteY1" fmla="*/ 0 h 5805264"/>
              <a:gd name="connsiteX2" fmla="*/ 5256584 w 5256584"/>
              <a:gd name="connsiteY2" fmla="*/ 5805264 h 5805264"/>
              <a:gd name="connsiteX3" fmla="*/ 0 w 5256584"/>
              <a:gd name="connsiteY3" fmla="*/ 5805264 h 5805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6584" h="5805264">
                <a:moveTo>
                  <a:pt x="0" y="0"/>
                </a:moveTo>
                <a:lnTo>
                  <a:pt x="5256584" y="0"/>
                </a:lnTo>
                <a:lnTo>
                  <a:pt x="5256584" y="5805264"/>
                </a:lnTo>
                <a:lnTo>
                  <a:pt x="0" y="580526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84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3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C5E4C6C3-ACB5-4B75-A51F-DDD267D32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03216" y="1268760"/>
            <a:ext cx="2675836" cy="4320480"/>
          </a:xfrm>
          <a:custGeom>
            <a:avLst/>
            <a:gdLst>
              <a:gd name="connsiteX0" fmla="*/ 981927 w 2675836"/>
              <a:gd name="connsiteY0" fmla="*/ 0 h 4320480"/>
              <a:gd name="connsiteX1" fmla="*/ 2675836 w 2675836"/>
              <a:gd name="connsiteY1" fmla="*/ 0 h 4320480"/>
              <a:gd name="connsiteX2" fmla="*/ 1693909 w 2675836"/>
              <a:gd name="connsiteY2" fmla="*/ 4320480 h 4320480"/>
              <a:gd name="connsiteX3" fmla="*/ 0 w 2675836"/>
              <a:gd name="connsiteY3" fmla="*/ 4320480 h 4320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75836" h="4320480">
                <a:moveTo>
                  <a:pt x="981927" y="0"/>
                </a:moveTo>
                <a:lnTo>
                  <a:pt x="2675836" y="0"/>
                </a:lnTo>
                <a:lnTo>
                  <a:pt x="1693909" y="4320480"/>
                </a:lnTo>
                <a:lnTo>
                  <a:pt x="0" y="43204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81C8CA4E-D655-4686-BAA9-00AD783F0C7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16080" y="1268760"/>
            <a:ext cx="2675836" cy="4320480"/>
          </a:xfrm>
          <a:custGeom>
            <a:avLst/>
            <a:gdLst>
              <a:gd name="connsiteX0" fmla="*/ 981927 w 2675836"/>
              <a:gd name="connsiteY0" fmla="*/ 0 h 4320480"/>
              <a:gd name="connsiteX1" fmla="*/ 2675836 w 2675836"/>
              <a:gd name="connsiteY1" fmla="*/ 0 h 4320480"/>
              <a:gd name="connsiteX2" fmla="*/ 1693909 w 2675836"/>
              <a:gd name="connsiteY2" fmla="*/ 4320480 h 4320480"/>
              <a:gd name="connsiteX3" fmla="*/ 0 w 2675836"/>
              <a:gd name="connsiteY3" fmla="*/ 4320480 h 4320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75836" h="4320480">
                <a:moveTo>
                  <a:pt x="981927" y="0"/>
                </a:moveTo>
                <a:lnTo>
                  <a:pt x="2675836" y="0"/>
                </a:lnTo>
                <a:lnTo>
                  <a:pt x="1693909" y="4320480"/>
                </a:lnTo>
                <a:lnTo>
                  <a:pt x="0" y="43204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D6ED7187-3EEF-4EAD-AAB7-223803113CE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28944" y="1268760"/>
            <a:ext cx="2675836" cy="4320480"/>
          </a:xfrm>
          <a:custGeom>
            <a:avLst/>
            <a:gdLst>
              <a:gd name="connsiteX0" fmla="*/ 981927 w 2675836"/>
              <a:gd name="connsiteY0" fmla="*/ 0 h 4320480"/>
              <a:gd name="connsiteX1" fmla="*/ 2675836 w 2675836"/>
              <a:gd name="connsiteY1" fmla="*/ 0 h 4320480"/>
              <a:gd name="connsiteX2" fmla="*/ 1693909 w 2675836"/>
              <a:gd name="connsiteY2" fmla="*/ 4320480 h 4320480"/>
              <a:gd name="connsiteX3" fmla="*/ 0 w 2675836"/>
              <a:gd name="connsiteY3" fmla="*/ 4320480 h 4320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75836" h="4320480">
                <a:moveTo>
                  <a:pt x="981927" y="0"/>
                </a:moveTo>
                <a:lnTo>
                  <a:pt x="2675836" y="0"/>
                </a:lnTo>
                <a:lnTo>
                  <a:pt x="1693909" y="4320480"/>
                </a:lnTo>
                <a:lnTo>
                  <a:pt x="0" y="43204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19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4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24654D7-564A-4116-929B-76F844E7A0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44628" y="3429000"/>
            <a:ext cx="3870190" cy="3429000"/>
          </a:xfrm>
          <a:custGeom>
            <a:avLst/>
            <a:gdLst>
              <a:gd name="connsiteX0" fmla="*/ 0 w 3870190"/>
              <a:gd name="connsiteY0" fmla="*/ 0 h 3429000"/>
              <a:gd name="connsiteX1" fmla="*/ 3870190 w 3870190"/>
              <a:gd name="connsiteY1" fmla="*/ 0 h 3429000"/>
              <a:gd name="connsiteX2" fmla="*/ 3870190 w 3870190"/>
              <a:gd name="connsiteY2" fmla="*/ 3429000 h 3429000"/>
              <a:gd name="connsiteX3" fmla="*/ 0 w 387019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0190" h="3429000">
                <a:moveTo>
                  <a:pt x="0" y="0"/>
                </a:moveTo>
                <a:lnTo>
                  <a:pt x="3870190" y="0"/>
                </a:lnTo>
                <a:lnTo>
                  <a:pt x="3870190" y="3429000"/>
                </a:lnTo>
                <a:lnTo>
                  <a:pt x="0" y="3429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32636F5-E02A-458F-B668-6580411F80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14818" y="3429000"/>
            <a:ext cx="3870190" cy="3429000"/>
          </a:xfrm>
          <a:custGeom>
            <a:avLst/>
            <a:gdLst>
              <a:gd name="connsiteX0" fmla="*/ 0 w 3870190"/>
              <a:gd name="connsiteY0" fmla="*/ 0 h 3429000"/>
              <a:gd name="connsiteX1" fmla="*/ 3870190 w 3870190"/>
              <a:gd name="connsiteY1" fmla="*/ 0 h 3429000"/>
              <a:gd name="connsiteX2" fmla="*/ 3870190 w 3870190"/>
              <a:gd name="connsiteY2" fmla="*/ 3429000 h 3429000"/>
              <a:gd name="connsiteX3" fmla="*/ 0 w 387019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0190" h="3429000">
                <a:moveTo>
                  <a:pt x="0" y="0"/>
                </a:moveTo>
                <a:lnTo>
                  <a:pt x="3870190" y="0"/>
                </a:lnTo>
                <a:lnTo>
                  <a:pt x="3870190" y="3429000"/>
                </a:lnTo>
                <a:lnTo>
                  <a:pt x="0" y="3429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0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5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76CFBB72-FF1C-4EDA-AFEC-1AA7DCE508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1867296" cy="3429000"/>
          </a:xfrm>
          <a:custGeom>
            <a:avLst/>
            <a:gdLst>
              <a:gd name="connsiteX0" fmla="*/ 0 w 1867296"/>
              <a:gd name="connsiteY0" fmla="*/ 0 h 2082924"/>
              <a:gd name="connsiteX1" fmla="*/ 1867296 w 1867296"/>
              <a:gd name="connsiteY1" fmla="*/ 0 h 2082924"/>
              <a:gd name="connsiteX2" fmla="*/ 1867296 w 1867296"/>
              <a:gd name="connsiteY2" fmla="*/ 2082924 h 2082924"/>
              <a:gd name="connsiteX3" fmla="*/ 0 w 1867296"/>
              <a:gd name="connsiteY3" fmla="*/ 2082924 h 208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7296" h="2082924">
                <a:moveTo>
                  <a:pt x="0" y="0"/>
                </a:moveTo>
                <a:lnTo>
                  <a:pt x="1867296" y="0"/>
                </a:lnTo>
                <a:lnTo>
                  <a:pt x="1867296" y="2082924"/>
                </a:lnTo>
                <a:lnTo>
                  <a:pt x="0" y="20829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07D95B17-69D0-4F4E-9F4E-F80EDA771FC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91544" y="3429000"/>
            <a:ext cx="3096344" cy="3429000"/>
          </a:xfrm>
          <a:custGeom>
            <a:avLst/>
            <a:gdLst>
              <a:gd name="connsiteX0" fmla="*/ 0 w 1867296"/>
              <a:gd name="connsiteY0" fmla="*/ 0 h 2082924"/>
              <a:gd name="connsiteX1" fmla="*/ 1867296 w 1867296"/>
              <a:gd name="connsiteY1" fmla="*/ 0 h 2082924"/>
              <a:gd name="connsiteX2" fmla="*/ 1867296 w 1867296"/>
              <a:gd name="connsiteY2" fmla="*/ 2082924 h 2082924"/>
              <a:gd name="connsiteX3" fmla="*/ 0 w 1867296"/>
              <a:gd name="connsiteY3" fmla="*/ 2082924 h 208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7296" h="2082924">
                <a:moveTo>
                  <a:pt x="0" y="0"/>
                </a:moveTo>
                <a:lnTo>
                  <a:pt x="1867296" y="0"/>
                </a:lnTo>
                <a:lnTo>
                  <a:pt x="1867296" y="2082924"/>
                </a:lnTo>
                <a:lnTo>
                  <a:pt x="0" y="20829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CD3E583B-3597-48CD-B5A1-BAF765C3723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12136" y="3429000"/>
            <a:ext cx="3096344" cy="1603944"/>
          </a:xfrm>
          <a:custGeom>
            <a:avLst/>
            <a:gdLst>
              <a:gd name="connsiteX0" fmla="*/ 0 w 1867296"/>
              <a:gd name="connsiteY0" fmla="*/ 0 h 2082924"/>
              <a:gd name="connsiteX1" fmla="*/ 1867296 w 1867296"/>
              <a:gd name="connsiteY1" fmla="*/ 0 h 2082924"/>
              <a:gd name="connsiteX2" fmla="*/ 1867296 w 1867296"/>
              <a:gd name="connsiteY2" fmla="*/ 2082924 h 2082924"/>
              <a:gd name="connsiteX3" fmla="*/ 0 w 1867296"/>
              <a:gd name="connsiteY3" fmla="*/ 2082924 h 208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7296" h="2082924">
                <a:moveTo>
                  <a:pt x="0" y="0"/>
                </a:moveTo>
                <a:lnTo>
                  <a:pt x="1867296" y="0"/>
                </a:lnTo>
                <a:lnTo>
                  <a:pt x="1867296" y="2082924"/>
                </a:lnTo>
                <a:lnTo>
                  <a:pt x="0" y="20829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B7C88796-56E7-4B2F-AF5C-06A99AD11F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12136" y="5157192"/>
            <a:ext cx="3096344" cy="1700808"/>
          </a:xfrm>
          <a:custGeom>
            <a:avLst/>
            <a:gdLst>
              <a:gd name="connsiteX0" fmla="*/ 0 w 1867296"/>
              <a:gd name="connsiteY0" fmla="*/ 0 h 2082924"/>
              <a:gd name="connsiteX1" fmla="*/ 1867296 w 1867296"/>
              <a:gd name="connsiteY1" fmla="*/ 0 h 2082924"/>
              <a:gd name="connsiteX2" fmla="*/ 1867296 w 1867296"/>
              <a:gd name="connsiteY2" fmla="*/ 2082924 h 2082924"/>
              <a:gd name="connsiteX3" fmla="*/ 0 w 1867296"/>
              <a:gd name="connsiteY3" fmla="*/ 2082924 h 208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7296" h="2082924">
                <a:moveTo>
                  <a:pt x="0" y="0"/>
                </a:moveTo>
                <a:lnTo>
                  <a:pt x="1867296" y="0"/>
                </a:lnTo>
                <a:lnTo>
                  <a:pt x="1867296" y="2082924"/>
                </a:lnTo>
                <a:lnTo>
                  <a:pt x="0" y="20829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CEA9CAC6-B117-41F0-9929-20723B05210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32728" y="3429000"/>
            <a:ext cx="3759272" cy="3429000"/>
          </a:xfrm>
          <a:custGeom>
            <a:avLst/>
            <a:gdLst>
              <a:gd name="connsiteX0" fmla="*/ 0 w 1867296"/>
              <a:gd name="connsiteY0" fmla="*/ 0 h 2082924"/>
              <a:gd name="connsiteX1" fmla="*/ 1867296 w 1867296"/>
              <a:gd name="connsiteY1" fmla="*/ 0 h 2082924"/>
              <a:gd name="connsiteX2" fmla="*/ 1867296 w 1867296"/>
              <a:gd name="connsiteY2" fmla="*/ 2082924 h 2082924"/>
              <a:gd name="connsiteX3" fmla="*/ 0 w 1867296"/>
              <a:gd name="connsiteY3" fmla="*/ 2082924 h 208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7296" h="2082924">
                <a:moveTo>
                  <a:pt x="0" y="0"/>
                </a:moveTo>
                <a:lnTo>
                  <a:pt x="1867296" y="0"/>
                </a:lnTo>
                <a:lnTo>
                  <a:pt x="1867296" y="2082924"/>
                </a:lnTo>
                <a:lnTo>
                  <a:pt x="0" y="20829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05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6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FDEB5E1-4413-49E1-B15D-D26E369F6C7C}"/>
              </a:ext>
            </a:extLst>
          </p:cNvPr>
          <p:cNvSpPr/>
          <p:nvPr userDrawn="1"/>
        </p:nvSpPr>
        <p:spPr>
          <a:xfrm>
            <a:off x="7193325" y="0"/>
            <a:ext cx="49986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3CD0025F-653E-4F78-A6DA-1E7767F7049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953767" y="0"/>
            <a:ext cx="2239558" cy="1934285"/>
          </a:xfrm>
          <a:custGeom>
            <a:avLst/>
            <a:gdLst>
              <a:gd name="connsiteX0" fmla="*/ 0 w 2239558"/>
              <a:gd name="connsiteY0" fmla="*/ 0 h 1934285"/>
              <a:gd name="connsiteX1" fmla="*/ 2239558 w 2239558"/>
              <a:gd name="connsiteY1" fmla="*/ 0 h 1934285"/>
              <a:gd name="connsiteX2" fmla="*/ 2239558 w 2239558"/>
              <a:gd name="connsiteY2" fmla="*/ 1934285 h 1934285"/>
              <a:gd name="connsiteX3" fmla="*/ 0 w 2239558"/>
              <a:gd name="connsiteY3" fmla="*/ 1934285 h 1934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9558" h="1934285">
                <a:moveTo>
                  <a:pt x="0" y="0"/>
                </a:moveTo>
                <a:lnTo>
                  <a:pt x="2239558" y="0"/>
                </a:lnTo>
                <a:lnTo>
                  <a:pt x="2239558" y="1934285"/>
                </a:lnTo>
                <a:lnTo>
                  <a:pt x="0" y="193428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4E1CF4A8-AF6D-4F78-956C-10ED5821FD3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53767" y="1934285"/>
            <a:ext cx="2239558" cy="1934285"/>
          </a:xfrm>
          <a:custGeom>
            <a:avLst/>
            <a:gdLst>
              <a:gd name="connsiteX0" fmla="*/ 0 w 2239558"/>
              <a:gd name="connsiteY0" fmla="*/ 0 h 1934285"/>
              <a:gd name="connsiteX1" fmla="*/ 2239558 w 2239558"/>
              <a:gd name="connsiteY1" fmla="*/ 0 h 1934285"/>
              <a:gd name="connsiteX2" fmla="*/ 2239558 w 2239558"/>
              <a:gd name="connsiteY2" fmla="*/ 1934285 h 1934285"/>
              <a:gd name="connsiteX3" fmla="*/ 0 w 2239558"/>
              <a:gd name="connsiteY3" fmla="*/ 1934285 h 1934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9558" h="1934285">
                <a:moveTo>
                  <a:pt x="0" y="0"/>
                </a:moveTo>
                <a:lnTo>
                  <a:pt x="2239558" y="0"/>
                </a:lnTo>
                <a:lnTo>
                  <a:pt x="2239558" y="1934285"/>
                </a:lnTo>
                <a:lnTo>
                  <a:pt x="0" y="193428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521CE4C-604C-4CFF-90C3-908299B8147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953767" y="3874647"/>
            <a:ext cx="2239558" cy="1934285"/>
          </a:xfrm>
          <a:custGeom>
            <a:avLst/>
            <a:gdLst>
              <a:gd name="connsiteX0" fmla="*/ 0 w 2239558"/>
              <a:gd name="connsiteY0" fmla="*/ 0 h 1934285"/>
              <a:gd name="connsiteX1" fmla="*/ 2239558 w 2239558"/>
              <a:gd name="connsiteY1" fmla="*/ 0 h 1934285"/>
              <a:gd name="connsiteX2" fmla="*/ 2239558 w 2239558"/>
              <a:gd name="connsiteY2" fmla="*/ 1934285 h 1934285"/>
              <a:gd name="connsiteX3" fmla="*/ 0 w 2239558"/>
              <a:gd name="connsiteY3" fmla="*/ 1934285 h 1934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9558" h="1934285">
                <a:moveTo>
                  <a:pt x="0" y="0"/>
                </a:moveTo>
                <a:lnTo>
                  <a:pt x="2239558" y="0"/>
                </a:lnTo>
                <a:lnTo>
                  <a:pt x="2239558" y="1934285"/>
                </a:lnTo>
                <a:lnTo>
                  <a:pt x="0" y="193428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3F76FD6B-222D-4D20-999A-DBECB433564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953767" y="5815009"/>
            <a:ext cx="2239558" cy="1934285"/>
          </a:xfrm>
          <a:custGeom>
            <a:avLst/>
            <a:gdLst>
              <a:gd name="connsiteX0" fmla="*/ 0 w 2239558"/>
              <a:gd name="connsiteY0" fmla="*/ 0 h 1934285"/>
              <a:gd name="connsiteX1" fmla="*/ 2239558 w 2239558"/>
              <a:gd name="connsiteY1" fmla="*/ 0 h 1934285"/>
              <a:gd name="connsiteX2" fmla="*/ 2239558 w 2239558"/>
              <a:gd name="connsiteY2" fmla="*/ 1934285 h 1934285"/>
              <a:gd name="connsiteX3" fmla="*/ 0 w 2239558"/>
              <a:gd name="connsiteY3" fmla="*/ 1934285 h 1934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9558" h="1934285">
                <a:moveTo>
                  <a:pt x="0" y="0"/>
                </a:moveTo>
                <a:lnTo>
                  <a:pt x="2239558" y="0"/>
                </a:lnTo>
                <a:lnTo>
                  <a:pt x="2239558" y="1934285"/>
                </a:lnTo>
                <a:lnTo>
                  <a:pt x="0" y="193428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78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7_Full Image without Header &amp;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1755549-BB0F-42B6-A843-45A1781299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132856"/>
            <a:ext cx="6450628" cy="4725143"/>
          </a:xfrm>
          <a:custGeom>
            <a:avLst/>
            <a:gdLst>
              <a:gd name="connsiteX0" fmla="*/ 0 w 6450628"/>
              <a:gd name="connsiteY0" fmla="*/ 0 h 4725143"/>
              <a:gd name="connsiteX1" fmla="*/ 6450628 w 6450628"/>
              <a:gd name="connsiteY1" fmla="*/ 0 h 4725143"/>
              <a:gd name="connsiteX2" fmla="*/ 6450628 w 6450628"/>
              <a:gd name="connsiteY2" fmla="*/ 4725143 h 4725143"/>
              <a:gd name="connsiteX3" fmla="*/ 0 w 6450628"/>
              <a:gd name="connsiteY3" fmla="*/ 4725143 h 4725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50628" h="4725143">
                <a:moveTo>
                  <a:pt x="0" y="0"/>
                </a:moveTo>
                <a:lnTo>
                  <a:pt x="6450628" y="0"/>
                </a:lnTo>
                <a:lnTo>
                  <a:pt x="6450628" y="4725143"/>
                </a:lnTo>
                <a:lnTo>
                  <a:pt x="0" y="472514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639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4175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slideLayout" Target="../slideLayouts/slideLayout82.xml"/><Relationship Id="rId83" Type="http://schemas.openxmlformats.org/officeDocument/2006/relationships/slideLayout" Target="../slideLayouts/slideLayout83.xml"/><Relationship Id="rId84" Type="http://schemas.openxmlformats.org/officeDocument/2006/relationships/slideLayout" Target="../slideLayouts/slideLayout84.xml"/><Relationship Id="rId85" Type="http://schemas.openxmlformats.org/officeDocument/2006/relationships/slideLayout" Target="../slideLayouts/slideLayout85.xml"/><Relationship Id="rId86" Type="http://schemas.openxmlformats.org/officeDocument/2006/relationships/slideLayout" Target="../slideLayouts/slideLayout86.xml"/><Relationship Id="rId87" Type="http://schemas.openxmlformats.org/officeDocument/2006/relationships/slideLayout" Target="../slideLayouts/slideLayout87.xml"/><Relationship Id="rId88" Type="http://schemas.openxmlformats.org/officeDocument/2006/relationships/slideLayout" Target="../slideLayouts/slideLayout88.xml"/><Relationship Id="rId89" Type="http://schemas.openxmlformats.org/officeDocument/2006/relationships/slideLayout" Target="../slideLayouts/slideLayout89.xml"/><Relationship Id="rId90" Type="http://schemas.openxmlformats.org/officeDocument/2006/relationships/slideLayout" Target="../slideLayouts/slideLayout90.xml"/><Relationship Id="rId91" Type="http://schemas.openxmlformats.org/officeDocument/2006/relationships/slideLayout" Target="../slideLayouts/slideLayout91.xml"/><Relationship Id="rId92" Type="http://schemas.openxmlformats.org/officeDocument/2006/relationships/slideLayout" Target="../slideLayouts/slideLayout92.xml"/><Relationship Id="rId93" Type="http://schemas.openxmlformats.org/officeDocument/2006/relationships/slideLayout" Target="../slideLayouts/slideLayout93.xml"/><Relationship Id="rId94" Type="http://schemas.openxmlformats.org/officeDocument/2006/relationships/slideLayout" Target="../slideLayouts/slideLayout94.xml"/><Relationship Id="rId95" Type="http://schemas.openxmlformats.org/officeDocument/2006/relationships/slideLayout" Target="../slideLayouts/slideLayout95.xml"/><Relationship Id="rId96" Type="http://schemas.openxmlformats.org/officeDocument/2006/relationships/slideLayout" Target="../slideLayouts/slideLayout96.xml"/><Relationship Id="rId97" Type="http://schemas.openxmlformats.org/officeDocument/2006/relationships/slideLayout" Target="../slideLayouts/slideLayout97.xml"/><Relationship Id="rId98" Type="http://schemas.openxmlformats.org/officeDocument/2006/relationships/slideLayout" Target="../slideLayouts/slideLayout98.xml"/><Relationship Id="rId99" Type="http://schemas.openxmlformats.org/officeDocument/2006/relationships/slideLayout" Target="../slideLayouts/slideLayout99.xml"/><Relationship Id="rId100" Type="http://schemas.openxmlformats.org/officeDocument/2006/relationships/slideLayout" Target="../slideLayouts/slideLayout100.xml"/><Relationship Id="rId101" Type="http://schemas.openxmlformats.org/officeDocument/2006/relationships/slideLayout" Target="../slideLayouts/slideLayout101.xml"/><Relationship Id="rId102" Type="http://schemas.openxmlformats.org/officeDocument/2006/relationships/slideLayout" Target="../slideLayouts/slideLayout102.xml"/><Relationship Id="rId103" Type="http://schemas.openxmlformats.org/officeDocument/2006/relationships/slideLayout" Target="../slideLayouts/slideLayout103.xml"/><Relationship Id="rId104" Type="http://schemas.openxmlformats.org/officeDocument/2006/relationships/slideLayout" Target="../slideLayouts/slideLayout104.xml"/><Relationship Id="rId105" Type="http://schemas.openxmlformats.org/officeDocument/2006/relationships/slideLayout" Target="../slideLayouts/slideLayout105.xml"/><Relationship Id="rId106" Type="http://schemas.openxmlformats.org/officeDocument/2006/relationships/slideLayout" Target="../slideLayouts/slideLayout106.xml"/><Relationship Id="rId107" Type="http://schemas.openxmlformats.org/officeDocument/2006/relationships/slideLayout" Target="../slideLayouts/slideLayout107.xml"/><Relationship Id="rId108" Type="http://schemas.openxmlformats.org/officeDocument/2006/relationships/slideLayout" Target="../slideLayouts/slideLayout108.xml"/><Relationship Id="rId109" Type="http://schemas.openxmlformats.org/officeDocument/2006/relationships/slideLayout" Target="../slideLayouts/slideLayout109.xml"/><Relationship Id="rId110" Type="http://schemas.openxmlformats.org/officeDocument/2006/relationships/slideLayout" Target="../slideLayouts/slideLayout110.xml"/><Relationship Id="rId111" Type="http://schemas.openxmlformats.org/officeDocument/2006/relationships/slideLayout" Target="../slideLayouts/slideLayout111.xml"/><Relationship Id="rId112" Type="http://schemas.openxmlformats.org/officeDocument/2006/relationships/slideLayout" Target="../slideLayouts/slideLayout112.xml"/><Relationship Id="rId113" Type="http://schemas.openxmlformats.org/officeDocument/2006/relationships/slideLayout" Target="../slideLayouts/slideLayout113.xml"/><Relationship Id="rId114" Type="http://schemas.openxmlformats.org/officeDocument/2006/relationships/slideLayout" Target="../slideLayouts/slideLayout114.xml"/><Relationship Id="rId115" Type="http://schemas.openxmlformats.org/officeDocument/2006/relationships/slideLayout" Target="../slideLayouts/slideLayout115.xml"/><Relationship Id="rId116" Type="http://schemas.openxmlformats.org/officeDocument/2006/relationships/slideLayout" Target="../slideLayouts/slideLayout116.xml"/><Relationship Id="rId117" Type="http://schemas.openxmlformats.org/officeDocument/2006/relationships/slideLayout" Target="../slideLayouts/slideLayout117.xml"/><Relationship Id="rId118" Type="http://schemas.openxmlformats.org/officeDocument/2006/relationships/theme" Target="../theme/theme1.xml"/><Relationship Id="rId11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0F2BF25-A293-95A2-DEA6-505B92C293D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200" dirty="0"/>
          </a:p>
        </p:txBody>
      </p:sp>
      <p:sp>
        <p:nvSpPr>
          <p:cNvPr id="1027" name="Прямоугольник 13">
            <a:extLst>
              <a:ext uri="{FF2B5EF4-FFF2-40B4-BE49-F238E27FC236}">
                <a16:creationId xmlns:a16="http://schemas.microsoft.com/office/drawing/2014/main" id="{7729348D-5EA7-3505-2BB9-DC522A5560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52140" y="6474370"/>
            <a:ext cx="335348" cy="19499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oboto Light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Roboto Light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Roboto Light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Roboto Light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Roboto Light" pitchFamily="2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boto Light" pitchFamily="2" charset="0"/>
              </a:defRPr>
            </a:lvl9pPr>
          </a:lstStyle>
          <a:p>
            <a:pPr algn="ctr" eaLnBrk="1" hangingPunct="1">
              <a:defRPr/>
            </a:pPr>
            <a:fld id="{9F4D8BBC-E358-4181-A95F-94DDFDF95739}" type="slidenum">
              <a:rPr lang="ru-RU" altLang="es-ES" sz="667" b="1" smtClean="0">
                <a:solidFill>
                  <a:srgbClr val="404040"/>
                </a:solidFill>
                <a:latin typeface="Roboto Black" pitchFamily="2" charset="0"/>
                <a:ea typeface="Karla" panose="020B0604020202020204" pitchFamily="2" charset="0"/>
                <a:cs typeface="Poppins Light" panose="00000400000000000000" pitchFamily="2" charset="0"/>
              </a:rPr>
              <a:pPr algn="ctr" eaLnBrk="1" hangingPunct="1">
                <a:defRPr/>
              </a:pPr>
              <a:t>‹Nº›</a:t>
            </a:fld>
            <a:endParaRPr lang="ru-RU" altLang="es-ES" sz="933" b="1" dirty="0">
              <a:solidFill>
                <a:srgbClr val="404040"/>
              </a:solidFill>
              <a:latin typeface="Roboto Black" pitchFamily="2" charset="0"/>
              <a:ea typeface="Karla" panose="020B0604020202020204" pitchFamily="2" charset="0"/>
              <a:cs typeface="Poppins Light" panose="00000400000000000000" pitchFamily="2" charset="0"/>
            </a:endParaRPr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B7C62364-14A3-9180-A648-E682760E67EA}"/>
              </a:ext>
            </a:extLst>
          </p:cNvPr>
          <p:cNvSpPr txBox="1">
            <a:spLocks/>
          </p:cNvSpPr>
          <p:nvPr userDrawn="1"/>
        </p:nvSpPr>
        <p:spPr>
          <a:xfrm>
            <a:off x="9083676" y="6369125"/>
            <a:ext cx="2239433" cy="223274"/>
          </a:xfrm>
          <a:prstGeom prst="rect">
            <a:avLst/>
          </a:prstGeom>
        </p:spPr>
        <p:txBody>
          <a:bodyPr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933" dirty="0">
                <a:solidFill>
                  <a:schemeClr val="tx1">
                    <a:lumMod val="75000"/>
                    <a:lumOff val="25000"/>
                  </a:schemeClr>
                </a:solidFill>
                <a:ea typeface="Karla" pitchFamily="2" charset="0"/>
                <a:cs typeface="Poppins Light" panose="02000000000000000000" pitchFamily="2" charset="0"/>
              </a:rPr>
              <a:t>www.carver-as.com</a:t>
            </a:r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3210D2CE-74DC-C0D3-6529-B4FA8B44041D}"/>
              </a:ext>
            </a:extLst>
          </p:cNvPr>
          <p:cNvSpPr txBox="1">
            <a:spLocks/>
          </p:cNvSpPr>
          <p:nvPr userDrawn="1"/>
        </p:nvSpPr>
        <p:spPr>
          <a:xfrm>
            <a:off x="472191" y="6424918"/>
            <a:ext cx="2239433" cy="334962"/>
          </a:xfrm>
          <a:prstGeom prst="rect">
            <a:avLst/>
          </a:prstGeom>
        </p:spPr>
        <p:txBody>
          <a:bodyPr spcCol="18000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2000000000000000000" pitchFamily="2" charset="0"/>
                <a:ea typeface="Karla" pitchFamily="2" charset="0"/>
                <a:cs typeface="Poppins Light" panose="02000000000000000000" pitchFamily="2" charset="0"/>
              </a:rPr>
              <a:t>                       |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D0F36CA-8384-69AB-29A1-B52387E04AE9}"/>
              </a:ext>
            </a:extLst>
          </p:cNvPr>
          <p:cNvPicPr>
            <a:picLocks noChangeAspect="1"/>
          </p:cNvPicPr>
          <p:nvPr userDrawn="1"/>
        </p:nvPicPr>
        <p:blipFill>
          <a:blip r:embed="rId1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78" y="6497036"/>
            <a:ext cx="664954" cy="10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117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  <p:sldLayoutId id="2147483943" r:id="rId12"/>
    <p:sldLayoutId id="2147483944" r:id="rId13"/>
    <p:sldLayoutId id="2147483945" r:id="rId14"/>
    <p:sldLayoutId id="2147483946" r:id="rId15"/>
    <p:sldLayoutId id="2147483947" r:id="rId16"/>
    <p:sldLayoutId id="2147483948" r:id="rId17"/>
    <p:sldLayoutId id="2147483949" r:id="rId18"/>
    <p:sldLayoutId id="2147483950" r:id="rId19"/>
    <p:sldLayoutId id="2147483951" r:id="rId20"/>
    <p:sldLayoutId id="2147483952" r:id="rId21"/>
    <p:sldLayoutId id="2147483953" r:id="rId22"/>
    <p:sldLayoutId id="2147483954" r:id="rId23"/>
    <p:sldLayoutId id="2147483955" r:id="rId24"/>
    <p:sldLayoutId id="2147483956" r:id="rId25"/>
    <p:sldLayoutId id="2147483957" r:id="rId26"/>
    <p:sldLayoutId id="2147483958" r:id="rId27"/>
    <p:sldLayoutId id="2147483959" r:id="rId28"/>
    <p:sldLayoutId id="2147483960" r:id="rId29"/>
    <p:sldLayoutId id="2147483961" r:id="rId30"/>
    <p:sldLayoutId id="2147483962" r:id="rId31"/>
    <p:sldLayoutId id="2147483963" r:id="rId32"/>
    <p:sldLayoutId id="2147483964" r:id="rId33"/>
    <p:sldLayoutId id="2147483965" r:id="rId34"/>
    <p:sldLayoutId id="2147483966" r:id="rId35"/>
    <p:sldLayoutId id="2147483967" r:id="rId36"/>
    <p:sldLayoutId id="2147483968" r:id="rId37"/>
    <p:sldLayoutId id="2147483969" r:id="rId38"/>
    <p:sldLayoutId id="2147483970" r:id="rId39"/>
    <p:sldLayoutId id="2147483971" r:id="rId40"/>
    <p:sldLayoutId id="2147483972" r:id="rId41"/>
    <p:sldLayoutId id="2147483973" r:id="rId42"/>
    <p:sldLayoutId id="2147483974" r:id="rId43"/>
    <p:sldLayoutId id="2147483975" r:id="rId44"/>
    <p:sldLayoutId id="2147483976" r:id="rId45"/>
    <p:sldLayoutId id="2147483977" r:id="rId46"/>
    <p:sldLayoutId id="2147483978" r:id="rId47"/>
    <p:sldLayoutId id="2147483979" r:id="rId48"/>
    <p:sldLayoutId id="2147483980" r:id="rId49"/>
    <p:sldLayoutId id="2147483981" r:id="rId50"/>
    <p:sldLayoutId id="2147483982" r:id="rId51"/>
    <p:sldLayoutId id="2147483983" r:id="rId52"/>
    <p:sldLayoutId id="2147483984" r:id="rId53"/>
    <p:sldLayoutId id="2147483985" r:id="rId54"/>
    <p:sldLayoutId id="2147483986" r:id="rId55"/>
    <p:sldLayoutId id="2147483987" r:id="rId56"/>
    <p:sldLayoutId id="2147483988" r:id="rId57"/>
    <p:sldLayoutId id="2147483989" r:id="rId58"/>
    <p:sldLayoutId id="2147483990" r:id="rId59"/>
    <p:sldLayoutId id="2147483991" r:id="rId60"/>
    <p:sldLayoutId id="2147483992" r:id="rId61"/>
    <p:sldLayoutId id="2147483993" r:id="rId62"/>
    <p:sldLayoutId id="2147483994" r:id="rId63"/>
    <p:sldLayoutId id="2147483995" r:id="rId64"/>
    <p:sldLayoutId id="2147483996" r:id="rId65"/>
    <p:sldLayoutId id="2147483997" r:id="rId66"/>
    <p:sldLayoutId id="2147483998" r:id="rId67"/>
    <p:sldLayoutId id="2147483999" r:id="rId68"/>
    <p:sldLayoutId id="2147484000" r:id="rId69"/>
    <p:sldLayoutId id="2147484001" r:id="rId70"/>
    <p:sldLayoutId id="2147484002" r:id="rId71"/>
    <p:sldLayoutId id="2147484003" r:id="rId72"/>
    <p:sldLayoutId id="2147484004" r:id="rId73"/>
    <p:sldLayoutId id="2147484005" r:id="rId74"/>
    <p:sldLayoutId id="2147484006" r:id="rId75"/>
    <p:sldLayoutId id="2147484007" r:id="rId76"/>
    <p:sldLayoutId id="2147484008" r:id="rId77"/>
    <p:sldLayoutId id="2147484009" r:id="rId78"/>
    <p:sldLayoutId id="2147484010" r:id="rId79"/>
    <p:sldLayoutId id="2147484011" r:id="rId80"/>
    <p:sldLayoutId id="2147484012" r:id="rId81"/>
    <p:sldLayoutId id="2147484013" r:id="rId82"/>
    <p:sldLayoutId id="2147484014" r:id="rId83"/>
    <p:sldLayoutId id="2147484015" r:id="rId84"/>
    <p:sldLayoutId id="2147484016" r:id="rId85"/>
    <p:sldLayoutId id="2147484017" r:id="rId86"/>
    <p:sldLayoutId id="2147484018" r:id="rId87"/>
    <p:sldLayoutId id="2147484019" r:id="rId88"/>
    <p:sldLayoutId id="2147484020" r:id="rId89"/>
    <p:sldLayoutId id="2147484021" r:id="rId90"/>
    <p:sldLayoutId id="2147484022" r:id="rId91"/>
    <p:sldLayoutId id="2147484023" r:id="rId92"/>
    <p:sldLayoutId id="2147484024" r:id="rId93"/>
    <p:sldLayoutId id="2147484025" r:id="rId94"/>
    <p:sldLayoutId id="2147484026" r:id="rId95"/>
    <p:sldLayoutId id="2147484027" r:id="rId96"/>
    <p:sldLayoutId id="2147484028" r:id="rId97"/>
    <p:sldLayoutId id="2147484029" r:id="rId98"/>
    <p:sldLayoutId id="2147484030" r:id="rId99"/>
    <p:sldLayoutId id="2147484031" r:id="rId100"/>
    <p:sldLayoutId id="2147484032" r:id="rId101"/>
    <p:sldLayoutId id="2147484033" r:id="rId102"/>
    <p:sldLayoutId id="2147484034" r:id="rId103"/>
    <p:sldLayoutId id="2147484035" r:id="rId104"/>
    <p:sldLayoutId id="2147484036" r:id="rId105"/>
    <p:sldLayoutId id="2147484037" r:id="rId106"/>
    <p:sldLayoutId id="2147484038" r:id="rId107"/>
    <p:sldLayoutId id="2147484039" r:id="rId108"/>
    <p:sldLayoutId id="2147484040" r:id="rId109"/>
    <p:sldLayoutId id="2147484041" r:id="rId110"/>
    <p:sldLayoutId id="2147484042" r:id="rId111"/>
    <p:sldLayoutId id="2147484043" r:id="rId112"/>
    <p:sldLayoutId id="2147484044" r:id="rId113"/>
    <p:sldLayoutId id="2147484045" r:id="rId114"/>
    <p:sldLayoutId id="2147484046" r:id="rId115"/>
    <p:sldLayoutId id="2147484047" r:id="rId116"/>
    <p:sldLayoutId id="2147484048" r:id="rId117"/>
  </p:sldLayoutIdLst>
  <p:txStyles>
    <p:titleStyle>
      <a:lvl1pPr algn="l" defTabSz="914309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914309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oboto Black" pitchFamily="2" charset="0"/>
        </a:defRPr>
      </a:lvl2pPr>
      <a:lvl3pPr algn="l" defTabSz="914309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oboto Black" pitchFamily="2" charset="0"/>
        </a:defRPr>
      </a:lvl3pPr>
      <a:lvl4pPr algn="l" defTabSz="914309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oboto Black" pitchFamily="2" charset="0"/>
        </a:defRPr>
      </a:lvl4pPr>
      <a:lvl5pPr algn="l" defTabSz="914309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oboto Black" pitchFamily="2" charset="0"/>
        </a:defRPr>
      </a:lvl5pPr>
      <a:lvl6pPr marL="304770" algn="l" defTabSz="914309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oboto Black" pitchFamily="2" charset="0"/>
        </a:defRPr>
      </a:lvl6pPr>
      <a:lvl7pPr marL="609539" algn="l" defTabSz="914309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oboto Black" pitchFamily="2" charset="0"/>
        </a:defRPr>
      </a:lvl7pPr>
      <a:lvl8pPr marL="914309" algn="l" defTabSz="914309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oboto Black" pitchFamily="2" charset="0"/>
        </a:defRPr>
      </a:lvl8pPr>
      <a:lvl9pPr marL="1219078" algn="l" defTabSz="914309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Roboto Black" pitchFamily="2" charset="0"/>
        </a:defRPr>
      </a:lvl9pPr>
    </p:titleStyle>
    <p:bodyStyle>
      <a:lvl1pPr marL="228577" indent="-228577" algn="l" defTabSz="914309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1" indent="-228577" algn="l" defTabSz="914309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microsoft.com/office/2007/relationships/hdphoto" Target="../media/hdphoto1.wdp"/><Relationship Id="rId8" Type="http://schemas.openxmlformats.org/officeDocument/2006/relationships/notesSlide" Target="../notesSlides/notes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21.jpeg"/><Relationship Id="rId3" Type="http://schemas.openxmlformats.org/officeDocument/2006/relationships/notesSlide" Target="../notesSlides/notesSlide2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21.jpeg"/><Relationship Id="rId3" Type="http://schemas.openxmlformats.org/officeDocument/2006/relationships/notesSlide" Target="../notesSlides/notesSlide3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7.xml"/><Relationship Id="rId2" Type="http://schemas.openxmlformats.org/officeDocument/2006/relationships/image" Target="../media/image22.png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ángulo 4">
            <a:extLst>
              <a:ext uri="{FF2B5EF4-FFF2-40B4-BE49-F238E27FC236}">
                <a16:creationId xmlns:a16="http://schemas.microsoft.com/office/drawing/2014/main" id="{DCCD0FBB-5240-4EF7-B55F-C50D70D33373}"/>
              </a:ext>
            </a:extLst>
          </p:cNvPr>
          <p:cNvSpPr/>
          <p:nvPr/>
        </p:nvSpPr>
        <p:spPr>
          <a:xfrm>
            <a:off x="941" y="-35190"/>
            <a:ext cx="12209849" cy="6893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200"/>
          </a:p>
        </p:txBody>
      </p:sp>
      <p:sp>
        <p:nvSpPr>
          <p:cNvPr id="3" name="Picture Placeholder 1"/>
          <p:cNvSpPr txBox="1">
            <a:spLocks/>
          </p:cNvSpPr>
          <p:nvPr/>
        </p:nvSpPr>
        <p:spPr>
          <a:xfrm>
            <a:off x="-393" y="-35190"/>
            <a:ext cx="12209849" cy="689266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82000">
                <a:srgbClr val="CC0000">
                  <a:alpha val="95000"/>
                </a:srgbClr>
              </a:gs>
            </a:gsLst>
            <a:path path="circle">
              <a:fillToRect l="100000" b="100000"/>
            </a:path>
            <a:tileRect t="-100000" r="-100000"/>
          </a:gradFill>
        </p:spPr>
        <p:txBody>
          <a:bodyPr/>
          <a:lstStyle/>
          <a:p>
            <a:endParaRPr lang="es-ES" sz="1200" dirty="0"/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7855352" y="4476588"/>
            <a:ext cx="3161812" cy="31618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5124600" y="4888583"/>
            <a:ext cx="1968888" cy="19688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7855352" y="1433206"/>
            <a:ext cx="4355438" cy="435543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924635" y="5259086"/>
            <a:ext cx="1059115" cy="105911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6185669" y="2975828"/>
            <a:ext cx="1500762" cy="150076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9029247" y="-840141"/>
            <a:ext cx="3161812" cy="316181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3">
            <a:extLst>
              <a:ext uri="{FF2B5EF4-FFF2-40B4-BE49-F238E27FC236}">
                <a16:creationId xmlns:a16="http://schemas.microsoft.com/office/drawing/2014/main" id="{7BDFFAB3-630B-6DB0-21E0-BC0BF187EF6B}"/>
              </a:ext>
            </a:extLst>
          </p:cNvPr>
          <p:cNvSpPr txBox="1"/>
          <p:nvPr/>
        </p:nvSpPr>
        <p:spPr>
          <a:xfrm>
            <a:off x="-215798" y="1790166"/>
            <a:ext cx="3488041" cy="708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770">
              <a:lnSpc>
                <a:spcPct val="150000"/>
              </a:lnSpc>
              <a:spcBef>
                <a:spcPts val="533"/>
              </a:spcBef>
              <a:defRPr/>
            </a:pPr>
            <a:endParaRPr lang="ca-ES" sz="800">
              <a:solidFill>
                <a:prstClr val="white">
                  <a:lumMod val="75000"/>
                </a:prst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r" defTabSz="304770">
              <a:spcBef>
                <a:spcPts val="400"/>
              </a:spcBef>
              <a:defRPr/>
            </a:pPr>
            <a:r>
              <a:rPr lang="ca-ES" sz="1067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 share our experience and passion to develop </a:t>
            </a:r>
          </a:p>
          <a:p>
            <a:pPr algn="r" defTabSz="304770">
              <a:spcBef>
                <a:spcPts val="400"/>
              </a:spcBef>
              <a:defRPr/>
            </a:pPr>
            <a:r>
              <a:rPr lang="ca-ES" sz="1067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IT solutions that make your business grow</a:t>
            </a:r>
          </a:p>
        </p:txBody>
      </p:sp>
      <p:pic>
        <p:nvPicPr>
          <p:cNvPr id="28" name="Imagen 27" descr="Icono&#10;&#10;Descripción generada automáticamente">
            <a:extLst>
              <a:ext uri="{FF2B5EF4-FFF2-40B4-BE49-F238E27FC236}">
                <a16:creationId xmlns:a16="http://schemas.microsoft.com/office/drawing/2014/main" id="{AE6F83AF-2833-052F-3684-5319DCC0C4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377" y="1568913"/>
            <a:ext cx="2016600" cy="292514"/>
          </a:xfrm>
          <a:prstGeom prst="rect">
            <a:avLst/>
          </a:prstGeom>
        </p:spPr>
      </p:pic>
      <p:cxnSp>
        <p:nvCxnSpPr>
          <p:cNvPr id="29" name="Straight Connector 11">
            <a:extLst>
              <a:ext uri="{FF2B5EF4-FFF2-40B4-BE49-F238E27FC236}">
                <a16:creationId xmlns:a16="http://schemas.microsoft.com/office/drawing/2014/main" id="{441D4954-0498-1518-21DC-B4CA376C154E}"/>
              </a:ext>
            </a:extLst>
          </p:cNvPr>
          <p:cNvCxnSpPr>
            <a:cxnSpLocks/>
          </p:cNvCxnSpPr>
          <p:nvPr/>
        </p:nvCxnSpPr>
        <p:spPr>
          <a:xfrm>
            <a:off x="3606587" y="1261264"/>
            <a:ext cx="0" cy="1395061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">
            <a:extLst>
              <a:ext uri="{FF2B5EF4-FFF2-40B4-BE49-F238E27FC236}">
                <a16:creationId xmlns:a16="http://schemas.microsoft.com/office/drawing/2014/main" id="{721CB9B0-910A-0A05-B514-EE0EE1768E47}"/>
              </a:ext>
            </a:extLst>
          </p:cNvPr>
          <p:cNvSpPr txBox="1"/>
          <p:nvPr/>
        </p:nvSpPr>
        <p:spPr>
          <a:xfrm>
            <a:off x="3891442" y="1111356"/>
            <a:ext cx="6525035" cy="1528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04770">
              <a:lnSpc>
                <a:spcPct val="150000"/>
              </a:lnSpc>
              <a:spcBef>
                <a:spcPts val="533"/>
              </a:spcBef>
              <a:defRPr/>
            </a:pPr>
            <a:endParaRPr lang="ca-ES" sz="800" dirty="0">
              <a:solidFill>
                <a:prstClr val="white">
                  <a:lumMod val="75000"/>
                </a:prst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lvl="0" defTabSz="457200">
              <a:spcBef>
                <a:spcPts val="800"/>
              </a:spcBef>
              <a:defRPr/>
            </a:pP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Visual Studio: programación asistida con Claude Code</a:t>
            </a:r>
          </a:p>
          <a:p>
            <a:pPr lvl="0" defTabSz="457200">
              <a:spcBef>
                <a:spcPts val="800"/>
              </a:spcBef>
              <a:defRPr/>
            </a:pPr>
            <a:r>
              <a:rPr lang="es-E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Sesión 1. Flujo de trabajo con Claude Code y CLAUDE.md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BDCAD8BD-BFAA-368B-A284-006B759541BC}"/>
              </a:ext>
            </a:extLst>
          </p:cNvPr>
          <p:cNvSpPr txBox="1"/>
          <p:nvPr/>
        </p:nvSpPr>
        <p:spPr>
          <a:xfrm>
            <a:off x="3924635" y="2636912"/>
            <a:ext cx="3488041" cy="443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04770">
              <a:spcBef>
                <a:spcPts val="533"/>
              </a:spcBef>
              <a:defRPr/>
            </a:pPr>
            <a:endParaRPr lang="ca-ES" sz="800" dirty="0">
              <a:solidFill>
                <a:prstClr val="white">
                  <a:lumMod val="75000"/>
                </a:prst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defTabSz="304770">
              <a:spcBef>
                <a:spcPts val="533"/>
              </a:spcBef>
              <a:defRPr/>
            </a:pPr>
            <a:r>
              <a:rPr lang="ca-ES" sz="1067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v1.0 Octubre 2026</a:t>
            </a:r>
          </a:p>
        </p:txBody>
      </p:sp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06A0B73E-7F21-43AB-8188-DABAE78E57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8990" y="6221087"/>
            <a:ext cx="561975" cy="701675"/>
          </a:xfrm>
          <a:prstGeom prst="rect">
            <a:avLst/>
          </a:prstGeom>
        </p:spPr>
      </p:pic>
      <p:pic>
        <p:nvPicPr>
          <p:cNvPr id="13" name="Imagen 12" descr="Logotipo&#10;&#10;Descripción generada automáticamente">
            <a:extLst>
              <a:ext uri="{FF2B5EF4-FFF2-40B4-BE49-F238E27FC236}">
                <a16:creationId xmlns:a16="http://schemas.microsoft.com/office/drawing/2014/main" id="{2A43E23A-A010-470D-94A4-ED8136BE78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4625" y="6221087"/>
            <a:ext cx="561975" cy="701675"/>
          </a:xfrm>
          <a:prstGeom prst="rect">
            <a:avLst/>
          </a:prstGeom>
        </p:spPr>
      </p:pic>
      <p:pic>
        <p:nvPicPr>
          <p:cNvPr id="14" name="Imagen 13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E4DD8CE5-CA60-4BD9-B1DF-9A0B8A32CB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5175" y="6221086"/>
            <a:ext cx="561975" cy="701675"/>
          </a:xfrm>
          <a:prstGeom prst="rect">
            <a:avLst/>
          </a:prstGeom>
        </p:spPr>
      </p:pic>
      <p:pic>
        <p:nvPicPr>
          <p:cNvPr id="16" name="Imagen 15" descr="Texto&#10;&#10;Descripción generada automáticamente">
            <a:extLst>
              <a:ext uri="{FF2B5EF4-FFF2-40B4-BE49-F238E27FC236}">
                <a16:creationId xmlns:a16="http://schemas.microsoft.com/office/drawing/2014/main" id="{18830B11-ED98-4A99-B7A3-2E0E7F75A9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8608" y="6287812"/>
            <a:ext cx="372923" cy="45355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00.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Organización del curso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15 horas en cinco sesiones de 3 h; cada sesión mezcla explicación, demostraciones en vivo y práctica sobre la misma solución .NET MVC.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48993" y="1417320"/>
            <a:ext cx="4114800" cy="384048"/>
          </a:xfrm>
          <a:prstGeom prst="roundRect">
            <a:avLst>
              <a:gd name="adj" fmla="val 12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48993" y="1417320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BLOQUES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55233" y="1417320"/>
            <a:ext cx="5980176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55233" y="1417320"/>
            <a:ext cx="59801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CONTENIDO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5993" y="1892808"/>
            <a:ext cx="11375136" cy="658368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3153" y="1929384"/>
            <a:ext cx="822959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1D1D1B"/>
                </a:solidFill>
                <a:latin typeface="Roboto"/>
                <a:cs typeface="Roboto"/>
              </a:rPr>
              <a:t>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0433" y="1929384"/>
            <a:ext cx="39319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01 completo · 02 (inicio)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6673" y="1929384"/>
            <a:ext cx="579729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Flujo de trabajo con Claude Code · CLAUDE.md y memoria por niveles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5993" y="2606040"/>
            <a:ext cx="1137513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3153" y="2642616"/>
            <a:ext cx="822959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1D1D1B"/>
                </a:solidFill>
                <a:latin typeface="Roboto"/>
                <a:cs typeface="Roboto"/>
              </a:rPr>
              <a:t>S2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0433" y="2642616"/>
            <a:ext cx="39319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02 (cierre) · 03 · 04 (inicio)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6673" y="2642616"/>
            <a:ext cx="579729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Permisos y datos sensibles · Contexto y tokens · Comandos propios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5993" y="3319272"/>
            <a:ext cx="11375136" cy="658368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" y="3355848"/>
            <a:ext cx="822959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1D1D1B"/>
                </a:solidFill>
                <a:latin typeface="Roboto"/>
                <a:cs typeface="Roboto"/>
              </a:rPr>
              <a:t>S3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0433" y="3355848"/>
            <a:ext cx="39319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04 (cierre) · 05 (1.ª parte)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6673" y="3355848"/>
            <a:ext cx="579729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Skills, subagentes y hooks · Especificación, plan y pruebas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5993" y="4032504"/>
            <a:ext cx="1137513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153" y="4069080"/>
            <a:ext cx="822959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1D1D1B"/>
                </a:solidFill>
                <a:latin typeface="Roboto"/>
                <a:cs typeface="Roboto"/>
              </a:rPr>
              <a:t>S4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0433" y="4069080"/>
            <a:ext cx="39319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05 (cierre) · 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6673" y="4069080"/>
            <a:ext cx="579729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Playwright, revisión del diff y Git · Claude Code con Docker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5993" y="4745736"/>
            <a:ext cx="11375136" cy="658368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3153" y="4782312"/>
            <a:ext cx="822959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1D1D1B"/>
                </a:solidFill>
                <a:latin typeface="Roboto"/>
                <a:cs typeface="Roboto"/>
              </a:rPr>
              <a:t>S5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0433" y="4782312"/>
            <a:ext cx="39319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6673" y="4782312"/>
            <a:ext cx="579729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Taller integrador: del requisito al cambio revisado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5993" y="5623560"/>
            <a:ext cx="11375136" cy="566928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5993" y="5751576"/>
            <a:ext cx="63093" cy="31089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" y="5715000"/>
            <a:ext cx="108264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Cada bloque cierra con una práctica: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lo que veis en las demos lo hacéis vosotros sobre el mismo repositorio.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00.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Agenda de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Tres horas: teoría corta, demostración en vivo y práctica. Un descanso de 10 minutos a mitad de sesión.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06193" y="1371600"/>
            <a:ext cx="7223760" cy="384048"/>
          </a:xfrm>
          <a:prstGeom prst="roundRect">
            <a:avLst>
              <a:gd name="adj" fmla="val 12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06193" y="1371600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QUÉ HACEMOS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1393" y="1371600"/>
            <a:ext cx="2414016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1393" y="1371600"/>
            <a:ext cx="24140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TIPO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5993" y="1847088"/>
            <a:ext cx="11375136" cy="384048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3153" y="1883664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0:00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97633" y="1883664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Presentación y organización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2833" y="1883664"/>
            <a:ext cx="22311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Teoría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5993" y="2286000"/>
            <a:ext cx="11375136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3153" y="2322576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0:05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7633" y="2322576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Agente frente a autocompletado · qué es y qué no 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2833" y="2322576"/>
            <a:ext cx="22311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Teoría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5993" y="2724912"/>
            <a:ext cx="11375136" cy="384048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" y="2761488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0:20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97633" y="2761488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Instalación, autenticación y Visual Studio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2833" y="2761488"/>
            <a:ext cx="22311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Demo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5993" y="3163824"/>
            <a:ext cx="11375136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153" y="3200400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0:35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97633" y="3200400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Explorar, planificar, implementar, verificar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2833" y="3200400"/>
            <a:ext cx="22311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Demo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5993" y="3602736"/>
            <a:ext cx="11375136" cy="384048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3153" y="3639312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0:55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97633" y="363931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Primeros prompts sobre una solución MVC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2833" y="3639312"/>
            <a:ext cx="22311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Demo 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5993" y="4041648"/>
            <a:ext cx="11375136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3153" y="4078224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1:05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97633" y="4078224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Práctica 01: mapa del código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2833" y="4078224"/>
            <a:ext cx="22311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Práctica · 30 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5993" y="4480560"/>
            <a:ext cx="11375136" cy="384048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3153" y="4517136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1:45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97633" y="4517136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Descanso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2833" y="4517136"/>
            <a:ext cx="22311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10 min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5993" y="4919472"/>
            <a:ext cx="11375136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3153" y="4956048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1:55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97633" y="4956048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CLAUDE.md, /init y memoria por niveles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2833" y="4956048"/>
            <a:ext cx="22311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Demos 4 y 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5993" y="5358384"/>
            <a:ext cx="11375136" cy="384048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3153" y="5394960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2:25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97633" y="5394960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Práctica 02-a: el CLAUDE.md del proyecto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2833" y="5394960"/>
            <a:ext cx="22311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Práctica · 25 min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5993" y="5797296"/>
            <a:ext cx="11375136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3153" y="5833872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2:50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97633" y="583387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Puesta en común y cierre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2833" y="5833872"/>
            <a:ext cx="22311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00.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Cómo vamos a trabajar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Un solo repositorio, una rama por sesión y la misma aplicación de principio a fin.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3657600" cy="35661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LA APLICACIÓN AYUDAS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2240280"/>
            <a:ext cx="3145536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Gestión de ayudas a entidades locales: entidades, convocatorias, remesas y ayudas.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ASP.NET Core MVC + API sobre .NET 8, EF Core y SQL Server LocalDB.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Datos ficticios: NIF y direcciones inventados.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4761" y="1417320"/>
            <a:ext cx="3657600" cy="35661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4761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0793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EL REPOSITORIO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0793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0793" y="2240280"/>
            <a:ext cx="3145536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github.com/srencarver/carver-claude-code-dot-net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Rama main hoy; s2-inicio … s5-inicio en las siguientes.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Cada rama trae la solución de la sesión anterior.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3529" y="1417320"/>
            <a:ext cx="3657600" cy="35661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3529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9561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EN TEAMS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9561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9561" y="2240280"/>
            <a:ext cx="3145536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Demos: mirar y preguntar.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Prácticas: cámara o pantalla a disposición del formador.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Si te atascas, sigue con el resultado de un compañero.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993" y="5166360"/>
            <a:ext cx="11375136" cy="1051560"/>
          </a:xfrm>
          <a:prstGeom prst="roundRect">
            <a:avLst>
              <a:gd name="adj" fmla="val 4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5993" y="5303520"/>
            <a:ext cx="63093" cy="777239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" y="5303520"/>
            <a:ext cx="108264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0"/>
              </a:lnSpc>
              <a:spcAft>
                <a:spcPts val="600"/>
              </a:spcAft>
              <a:buNone/>
            </a:pPr>
            <a:r>
              <a:rPr sz="1150" b="1" i="0">
                <a:solidFill>
                  <a:srgbClr val="8C8F94"/>
                </a:solidFill>
                <a:latin typeface="Roboto"/>
                <a:cs typeface="Roboto"/>
              </a:rPr>
              <a:t>AL EMPEZAR CADA SESIÓN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77" y="5605272"/>
            <a:ext cx="10872215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git clone https://github.com/srencarver/carver-claude-code-dot-net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.\scripts\empezar-sesion.ps1 -Sesion 1</a:t>
            </a:r>
            <a:r>
              <a:rPr sz="1250" b="0" i="0">
                <a:solidFill>
                  <a:srgbClr val="9AA0A6"/>
                </a:solidFill>
                <a:latin typeface="Consolas"/>
                <a:cs typeface="Consolas"/>
              </a:rPr>
              <a:t>      # cambia de rama, recrea la BD y compila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28032" cy="6858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57984"/>
            <a:ext cx="128016" cy="2542032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920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B L O Q U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0"/>
              </a:lnSpc>
              <a:spcAft>
                <a:spcPts val="600"/>
              </a:spcAft>
              <a:buNone/>
            </a:pPr>
            <a:r>
              <a:rPr sz="12000" b="1" i="0">
                <a:solidFill>
                  <a:srgbClr val="E2001A"/>
                </a:solidFill>
                <a:latin typeface="Roboto"/>
                <a:cs typeface="Robot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16052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BDBDBD"/>
                </a:solidFill>
                <a:latin typeface="Roboto"/>
                <a:cs typeface="Roboto"/>
              </a:rPr>
              <a:t>2 h de formación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58968" y="1371600"/>
            <a:ext cx="6309360" cy="1371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670"/>
              </a:lnSpc>
              <a:spcAft>
                <a:spcPts val="600"/>
              </a:spcAft>
              <a:buNone/>
            </a:pPr>
            <a:r>
              <a:rPr sz="3800" b="1" i="0">
                <a:solidFill>
                  <a:srgbClr val="1D1D1B"/>
                </a:solidFill>
                <a:latin typeface="Roboto"/>
                <a:cs typeface="Roboto"/>
              </a:rPr>
              <a:t>Flujo de trabajo con Claude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58968" y="2880360"/>
            <a:ext cx="713232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58968" y="3154680"/>
            <a:ext cx="63093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0"/>
              </a:lnSpc>
              <a:spcAft>
                <a:spcPts val="800"/>
              </a:spcAft>
              <a:buNone/>
            </a:pPr>
            <a:r>
              <a:rPr sz="1700" b="1" i="0">
                <a:solidFill>
                  <a:srgbClr val="E2001A"/>
                </a:solidFill>
                <a:latin typeface="Roboto"/>
                <a:cs typeface="Roboto"/>
              </a:rPr>
              <a:t>•  </a:t>
            </a:r>
            <a:r>
              <a:rPr sz="1700" b="0" i="0">
                <a:solidFill>
                  <a:srgbClr val="3A3D42"/>
                </a:solidFill>
                <a:latin typeface="Roboto"/>
                <a:cs typeface="Roboto"/>
              </a:rPr>
              <a:t>Programación asistida por agente frente a autocompletado</a:t>
            </a:r>
          </a:p>
          <a:p>
            <a:pPr algn="l">
              <a:lnSpc>
                <a:spcPts val="2090"/>
              </a:lnSpc>
              <a:spcAft>
                <a:spcPts val="800"/>
              </a:spcAft>
              <a:buNone/>
            </a:pPr>
            <a:r>
              <a:rPr sz="1700" b="1" i="0">
                <a:solidFill>
                  <a:srgbClr val="E2001A"/>
                </a:solidFill>
                <a:latin typeface="Roboto"/>
                <a:cs typeface="Roboto"/>
              </a:rPr>
              <a:t>•  </a:t>
            </a:r>
            <a:r>
              <a:rPr sz="1700" b="0" i="0">
                <a:solidFill>
                  <a:srgbClr val="3A3D42"/>
                </a:solidFill>
                <a:latin typeface="Roboto"/>
                <a:cs typeface="Roboto"/>
              </a:rPr>
              <a:t>Instalación, autenticación y uso de la CLI desde el terminal</a:t>
            </a:r>
          </a:p>
          <a:p>
            <a:pPr algn="l">
              <a:lnSpc>
                <a:spcPts val="2090"/>
              </a:lnSpc>
              <a:spcAft>
                <a:spcPts val="800"/>
              </a:spcAft>
              <a:buNone/>
            </a:pPr>
            <a:r>
              <a:rPr sz="1700" b="1" i="0">
                <a:solidFill>
                  <a:srgbClr val="E2001A"/>
                </a:solidFill>
                <a:latin typeface="Roboto"/>
                <a:cs typeface="Roboto"/>
              </a:rPr>
              <a:t>•  </a:t>
            </a:r>
            <a:r>
              <a:rPr sz="1700" b="0" i="0">
                <a:solidFill>
                  <a:srgbClr val="3A3D42"/>
                </a:solidFill>
                <a:latin typeface="Roboto"/>
                <a:cs typeface="Roboto"/>
              </a:rPr>
              <a:t>Ciclo explorar, planificar, implementar y verificar</a:t>
            </a:r>
          </a:p>
          <a:p>
            <a:pPr algn="l">
              <a:lnSpc>
                <a:spcPts val="2090"/>
              </a:lnSpc>
              <a:spcAft>
                <a:spcPts val="800"/>
              </a:spcAft>
              <a:buNone/>
            </a:pPr>
            <a:r>
              <a:rPr sz="1700" b="1" i="0">
                <a:solidFill>
                  <a:srgbClr val="E2001A"/>
                </a:solidFill>
                <a:latin typeface="Roboto"/>
                <a:cs typeface="Roboto"/>
              </a:rPr>
              <a:t>•  </a:t>
            </a:r>
            <a:r>
              <a:rPr sz="1700" b="0" i="0">
                <a:solidFill>
                  <a:srgbClr val="3A3D42"/>
                </a:solidFill>
                <a:latin typeface="Roboto"/>
                <a:cs typeface="Roboto"/>
              </a:rPr>
              <a:t>Primeros prompts sobre una solución .NET MVC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58968" y="5559552"/>
            <a:ext cx="6336792" cy="64008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58968" y="5650992"/>
            <a:ext cx="63093" cy="4572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5605272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E2001A"/>
                </a:solidFill>
                <a:latin typeface="Roboto"/>
                <a:cs typeface="Roboto"/>
              </a:rPr>
              <a:t>Práctica:  </a:t>
            </a:r>
            <a:r>
              <a:rPr sz="1400" b="0" i="0">
                <a:solidFill>
                  <a:srgbClr val="1D1D1B"/>
                </a:solidFill>
                <a:latin typeface="Roboto"/>
                <a:cs typeface="Roboto"/>
              </a:rPr>
              <a:t>mapa del código y de los puntos de entrada de la solución Ayudas.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01.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Flujo de trabajo con 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Un autocompletado sugiere la siguiente línea; un agente recibe un objetivo, actúa sobre el repositorio y comprueba el resultado.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5586983" cy="26060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417320"/>
            <a:ext cx="5586983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1673352"/>
            <a:ext cx="50749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AUTOCOMPLETADO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2240280"/>
            <a:ext cx="507491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Sugiere código en línea mientras escribes, sin salir del editor.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Trabaja sobre el fichero abierto y la posición del cursor.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Tú decides cada línea: aceptar, editar o descartar.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No ejecuta comandos ni comprueba si compila.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4145" y="1417320"/>
            <a:ext cx="5586983" cy="26060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4145" y="1417320"/>
            <a:ext cx="5586983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0177" y="1673352"/>
            <a:ext cx="50749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AGENTE: CLAUDE CODE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50177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0177" y="2240280"/>
            <a:ext cx="507491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Recibe un objetivo y lo resuelve en bucle hasta cerrarlo.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Lee varios ficheros, edita y ejecuta dotnet build o dotnet test.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Pide permiso según el modo que configures.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Entrega un cambio completo que revisas en el diff.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993" y="4224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E2001A"/>
                </a:solidFill>
                <a:latin typeface="Roboto"/>
                <a:cs typeface="Roboto"/>
              </a:rPr>
              <a:t>EL BUCLE DEL AGENTE</a:t>
            </a:r>
          </a:p>
        </p:txBody>
      </p:sp>
      <p:sp>
        <p:nvSpPr>
          <p:cNvPr id="18" name="Pentagon 17"/>
          <p:cNvSpPr/>
          <p:nvPr/>
        </p:nvSpPr>
        <p:spPr>
          <a:xfrm>
            <a:off x="405993" y="4572000"/>
            <a:ext cx="3901440" cy="640080"/>
          </a:xfrm>
          <a:prstGeom prst="homePlate">
            <a:avLst/>
          </a:prstGeom>
          <a:solidFill>
            <a:srgbClr val="1D1D1B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313" y="4572000"/>
            <a:ext cx="342595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Reunir contexto</a:t>
            </a:r>
          </a:p>
        </p:txBody>
      </p:sp>
      <p:sp>
        <p:nvSpPr>
          <p:cNvPr id="20" name="Chevron 19"/>
          <p:cNvSpPr/>
          <p:nvPr/>
        </p:nvSpPr>
        <p:spPr>
          <a:xfrm>
            <a:off x="4197705" y="4572000"/>
            <a:ext cx="3901440" cy="640080"/>
          </a:xfrm>
          <a:prstGeom prst="chevron">
            <a:avLst/>
          </a:prstGeom>
          <a:solidFill>
            <a:srgbClr val="3A3D42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72025" y="4572000"/>
            <a:ext cx="342595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Actuar</a:t>
            </a:r>
          </a:p>
        </p:txBody>
      </p:sp>
      <p:sp>
        <p:nvSpPr>
          <p:cNvPr id="22" name="Chevron 21"/>
          <p:cNvSpPr/>
          <p:nvPr/>
        </p:nvSpPr>
        <p:spPr>
          <a:xfrm>
            <a:off x="7989417" y="4572000"/>
            <a:ext cx="3901440" cy="640080"/>
          </a:xfrm>
          <a:prstGeom prst="chevron">
            <a:avLst/>
          </a:prstGeom>
          <a:solidFill>
            <a:srgbClr val="E2001A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3737" y="4572000"/>
            <a:ext cx="3425952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Verificar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5993" y="5486400"/>
            <a:ext cx="11375136" cy="64008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5993" y="5614416"/>
            <a:ext cx="63093" cy="384047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609" y="5577840"/>
            <a:ext cx="10826496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Se complementan: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el autocompletado acelera la escritura; el agente resuelve tareas que abarcan varios ficheros y capas.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01.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Flujo de trabajo con 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Modelo mental: Claude Code razona con lo que tiene en contexto y actúa con los permisos que tú le 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5586983" cy="388620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417320"/>
            <a:ext cx="5586983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1673352"/>
            <a:ext cx="50749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QUÉ 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2240280"/>
            <a:ext cx="5074919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Un motor probabilístico: predice la continuación más plausible; no consulta una verdad absoluta.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Un colaborador que solo conoce lo que entra en su contexto: tu petición, CLAUDE.md, los ficheros que lee y la salida de los comandos.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Un agente que lee, ejecuta y propone cambios bajo los permisos que concedes.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Un acelerador para explorar código ajeno, refactorizar, probar y diagnosticar.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4145" y="1417320"/>
            <a:ext cx="5586983" cy="388620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4145" y="1417320"/>
            <a:ext cx="5586983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0177" y="1673352"/>
            <a:ext cx="50749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QUÉ NO 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50177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0177" y="2240280"/>
            <a:ext cx="5074919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No es un compilador ni un verificador formal: no garantiza que compile ni que la regla de negocio sea correcta.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No conoce vuestra documentación interna si no está en el repositorio o en una herramienta conectada.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No es determinista: la misma petición puede dar resultados distintos.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No sustituye vuestra responsabilidad: revisión, pruebas y firma del commit.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5993" y="5486400"/>
            <a:ext cx="11375136" cy="713232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5993" y="5614416"/>
            <a:ext cx="63093" cy="4572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609" y="5577840"/>
            <a:ext cx="1082649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Idea clave: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trátalo como un compañero muy rápido y muy leído: rinde si le das contexto y criterios de aceptación, y siempre revisas su trabajo.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01.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Qué viaja al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Todo lo que Claude lee o ejecuta entra en su contexto y se envía al modelo para razonar.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3657600" cy="35204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VIAJA AL MODELO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2240280"/>
            <a:ext cx="314553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Tus peticiones y las respuestas.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CLAUDE.md y las descripciones de skills.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El contenido de cada fichero que lee.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La salida de los comandos que ejecuta (build, tests, logs).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4761" y="1417320"/>
            <a:ext cx="3657600" cy="35204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4761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0793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NO VIAJA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0793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0793" y="2240280"/>
            <a:ext cx="314553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Lo que no lee ni ejecuta: el resto del disco.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Los ficheros que bloqueas con reglas deny (con sus herramientas).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Tus credenciales de Git o de Windows, salvo que un comando las imprima.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3529" y="1417320"/>
            <a:ext cx="3657600" cy="35204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3529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9561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PLAN TEAM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9561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9561" y="2240280"/>
            <a:ext cx="3145536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Sin entrenamiento con vuestro código.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Retención estándar de 30 días.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Las condiciones las valida el organismo (DPD).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993" y="5166360"/>
            <a:ext cx="11375136" cy="68580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5993" y="5294376"/>
            <a:ext cx="63093" cy="429768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609" y="5257800"/>
            <a:ext cx="108264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Consecuencia práctica: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nunca datos personales reales ni secretos en el repositorio de trabajo con el agente. Lo veremos a fondo en la sesión 2.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01.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Asientos y modelos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El tipo de asiento decide cuánto puedes trabajar, no con qué modelos.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2033" y="1417320"/>
            <a:ext cx="4297680" cy="384048"/>
          </a:xfrm>
          <a:prstGeom prst="roundRect">
            <a:avLst>
              <a:gd name="adj" fmla="val 12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2033" y="1417320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ASIENTO ESTÁNDAR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1153" y="1417320"/>
            <a:ext cx="4334256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1153" y="1417320"/>
            <a:ext cx="433425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ASIENTO PREMIUM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5993" y="1892808"/>
            <a:ext cx="11375136" cy="69494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3153" y="1929384"/>
            <a:ext cx="22860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Capacidad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3473" y="1929384"/>
            <a:ext cx="41148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≈ 1,25 × el uso por sesión de un plan Pro; ventana de unas 5 h y límite semanal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2593" y="1929384"/>
            <a:ext cx="415137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≈ 6,25 × un plan Pro: unas cinco veces el estándar, con los mismos dos límites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5993" y="2642616"/>
            <a:ext cx="11375136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3153" y="2679192"/>
            <a:ext cx="22860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Modelos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3473" y="2679192"/>
            <a:ext cx="41148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Todos. Por defecto, Opus 5.5; con /model eliges otro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2593" y="2679192"/>
            <a:ext cx="415137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Exactamente los mismos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5993" y="3392424"/>
            <a:ext cx="11375136" cy="694944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" y="3429000"/>
            <a:ext cx="22860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Perfil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429000"/>
            <a:ext cx="41148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Consultas, revisiones y tareas acotadas a lo largo del día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2593" y="3429000"/>
            <a:ext cx="415137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Uso intensivo diario: refactor, migraciones, pruebas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5993" y="4142232"/>
            <a:ext cx="11375136" cy="6949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153" y="4178808"/>
            <a:ext cx="22860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Al llegar al límite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3473" y="4178808"/>
            <a:ext cx="411480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Esperar a que se renueve la ventana o pasar a un modelo ligero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2593" y="4178808"/>
            <a:ext cx="4151376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Lo mismo, con mucho más margen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5993" y="5440680"/>
            <a:ext cx="11375136" cy="64008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5993" y="5568696"/>
            <a:ext cx="63093" cy="384047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" y="5532120"/>
            <a:ext cx="10826496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¿Cuándo pedir premium?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cuando topes con el límite varias veces por semana. Es una gestión administrativa, no un problema técnico.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01.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Requisitos e instalación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Claude Code es una CLI: se instala en tu equipo, se autentica con tu cuenta y trabaja sobre el repositorio abierto.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3657600" cy="324612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1. REQUISITOS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2240280"/>
            <a:ext cx="3145536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Windows 10 (1809+) u 11, macOS o Linux.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Git for Windows recomendado: Claude usa Git Bash; sin él, PowerShell.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Asiento del plan Team de la organización.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Salida a Anthropic a través del proxy y certificados revisados.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4761" y="1417320"/>
            <a:ext cx="3657600" cy="324612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4761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0793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2. INSTALACIÓN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0793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0793" y="2240280"/>
            <a:ext cx="3145536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Instalador nativo: recomendado, se actualiza solo y no necesita Node.js.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WinGet: válido, pero no se actualiza solo.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npm: opción avanzada, exige Node.js 22.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VS Code y JetBrains tienen extensión; Visual Studio 2022, no.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3529" y="1417320"/>
            <a:ext cx="3657600" cy="324612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3529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9561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3. COMPROBACIÓN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9561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9561" y="2240280"/>
            <a:ext cx="3145536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claude --version: el binario está en el PATH.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claude doctor: diagnóstico de instalación y actualizaciones.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Sin comando: abre un terminal nuevo (el PATH se carga al abrirlo).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993" y="4846320"/>
            <a:ext cx="11375136" cy="1371600"/>
          </a:xfrm>
          <a:prstGeom prst="roundRect">
            <a:avLst>
              <a:gd name="adj" fmla="val 4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5993" y="4983480"/>
            <a:ext cx="63093" cy="109728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" y="4983480"/>
            <a:ext cx="108264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0"/>
              </a:lnSpc>
              <a:spcAft>
                <a:spcPts val="600"/>
              </a:spcAft>
              <a:buNone/>
            </a:pPr>
            <a:r>
              <a:rPr sz="1150" b="1" i="0">
                <a:solidFill>
                  <a:srgbClr val="8C8F94"/>
                </a:solidFill>
                <a:latin typeface="Roboto"/>
                <a:cs typeface="Roboto"/>
              </a:rPr>
              <a:t>TERMINAL (POWERSHELL)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77" y="5285231"/>
            <a:ext cx="108722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300" b="0" i="0">
                <a:solidFill>
                  <a:srgbClr val="FFFFFF"/>
                </a:solidFill>
                <a:latin typeface="Consolas"/>
                <a:cs typeface="Consolas"/>
              </a:rPr>
              <a:t>irm https://claude.ai/install.ps1 | iex</a:t>
            </a:r>
            <a:r>
              <a:rPr sz="1300" b="0" i="0">
                <a:solidFill>
                  <a:srgbClr val="9AA0A6"/>
                </a:solidFill>
                <a:latin typeface="Consolas"/>
                <a:cs typeface="Consolas"/>
              </a:rPr>
              <a:t>      # instalador nativo en Windows</a:t>
            </a:r>
          </a:p>
          <a:p>
            <a:pPr algn="l">
              <a:lnSpc>
                <a:spcPts val="172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300" b="0" i="0">
                <a:solidFill>
                  <a:srgbClr val="FFFFFF"/>
                </a:solidFill>
                <a:latin typeface="Consolas"/>
                <a:cs typeface="Consolas"/>
              </a:rPr>
              <a:t>claude --version</a:t>
            </a:r>
          </a:p>
          <a:p>
            <a:pPr algn="l">
              <a:lnSpc>
                <a:spcPts val="172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300" b="0" i="0">
                <a:solidFill>
                  <a:srgbClr val="FFFFFF"/>
                </a:solidFill>
                <a:latin typeface="Consolas"/>
                <a:cs typeface="Consolas"/>
              </a:rPr>
              <a:t>claude doctor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01.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Autenticación y primera sesión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La primera ejecución abre el inicio de sesión: el asiento del equipo es lo que autoriza tu CLI.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5993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E2001A"/>
                </a:solidFill>
                <a:latin typeface="Roboto"/>
                <a:cs typeface="Roboto"/>
              </a:rPr>
              <a:t>FLUJO DE AUTENTICACIÓN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801368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01368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2366" y="2240279"/>
            <a:ext cx="22860" cy="265175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1783080"/>
            <a:ext cx="505663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3A3D42"/>
                </a:solidFill>
                <a:latin typeface="Roboto"/>
                <a:cs typeface="Roboto"/>
              </a:rPr>
              <a:t>claude</a:t>
            </a: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 en la carpeta del proyecto: la primera vez abre el inicio de sesión.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551176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51176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2366" y="2990088"/>
            <a:ext cx="22860" cy="265175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2532888"/>
            <a:ext cx="505663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3A3D42"/>
                </a:solidFill>
                <a:latin typeface="Roboto"/>
                <a:cs typeface="Roboto"/>
              </a:rPr>
              <a:t>Cuenta de equipo:</a:t>
            </a: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 elige la cuenta corporativa (plan Team), no una personal.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300984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00984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2366" y="3739896"/>
            <a:ext cx="22860" cy="265175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3282696"/>
            <a:ext cx="505663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3A3D42"/>
                </a:solidFill>
                <a:latin typeface="Roboto"/>
                <a:cs typeface="Roboto"/>
              </a:rPr>
              <a:t>Autorización en el navegador:</a:t>
            </a: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 la CLI recibe el token y lo guarda en tu perfil.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4050791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050791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4032504"/>
            <a:ext cx="505663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3A3D42"/>
                </a:solidFill>
                <a:latin typeface="Roboto"/>
                <a:cs typeface="Roboto"/>
              </a:rPr>
              <a:t>/status</a:t>
            </a: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 dentro de la sesión muestra cuenta, organización y modelo.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417320"/>
            <a:ext cx="5385816" cy="274320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1417320"/>
            <a:ext cx="5385816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1673352"/>
            <a:ext cx="48737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SEGURIDAD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56832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6832" y="2240280"/>
            <a:ext cx="4873752" cy="1783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Credenciales personales: no se comparten ni se pegan en el repositorio.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El administrador gestiona altas, bajas y tipo de asiento.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Si cambias de equipo o te vas, se revoca el asiento.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343400"/>
            <a:ext cx="5385816" cy="1143000"/>
          </a:xfrm>
          <a:prstGeom prst="roundRect">
            <a:avLst>
              <a:gd name="adj" fmla="val 4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4480560"/>
            <a:ext cx="63093" cy="86868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9984" y="4480560"/>
            <a:ext cx="48371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0"/>
              </a:lnSpc>
              <a:spcAft>
                <a:spcPts val="600"/>
              </a:spcAft>
              <a:buNone/>
            </a:pPr>
            <a:r>
              <a:rPr sz="1150" b="1" i="0">
                <a:solidFill>
                  <a:srgbClr val="8C8F94"/>
                </a:solidFill>
                <a:latin typeface="Roboto"/>
                <a:cs typeface="Roboto"/>
              </a:rPr>
              <a:t>COMPROBAR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9984" y="4782312"/>
            <a:ext cx="488289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300" b="0" i="0">
                <a:solidFill>
                  <a:srgbClr val="FFFFFF"/>
                </a:solidFill>
                <a:latin typeface="Consolas"/>
                <a:cs typeface="Consolas"/>
              </a:rPr>
              <a:t>claude</a:t>
            </a:r>
          </a:p>
          <a:p>
            <a:pPr algn="l">
              <a:lnSpc>
                <a:spcPts val="172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E2001A"/>
                </a:solidFill>
                <a:latin typeface="Consolas"/>
                <a:cs typeface="Consolas"/>
              </a:rPr>
              <a:t>&gt; </a:t>
            </a:r>
            <a:r>
              <a:rPr sz="1300" b="0" i="0">
                <a:solidFill>
                  <a:srgbClr val="FFFFFF"/>
                </a:solidFill>
                <a:latin typeface="Consolas"/>
                <a:cs typeface="Consolas"/>
              </a:rPr>
              <a:t>/status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5993" y="5623560"/>
            <a:ext cx="11375136" cy="566928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5993" y="5751576"/>
            <a:ext cx="63093" cy="31089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2609" y="5715000"/>
            <a:ext cx="108264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Login rechazado: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revisa con el administrador que tienes asiento asignado. Proxy o certificados: Sistemas.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01.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Claude Code en Visual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Claude Code no sustituye al IDE: se usa desde su terminal integrado y sigues revisando y compilando donde siempre.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5586983" cy="324612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417320"/>
            <a:ext cx="5586983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1673352"/>
            <a:ext cx="50749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VISUAL STUDIO 2022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2240280"/>
            <a:ext cx="5074919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Ver &gt; Terminal: terminal integrado en la carpeta de la solución.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Lanza claude ahí: comparte directorio de trabajo con la solución abierta.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Sin extensión oficial: los cambios se revisan en la ventana Cambios de Git.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Activa la recarga automática de ficheros modificados fuera de VS; si toca .csproj o .sln, recarga la solución.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4145" y="1417320"/>
            <a:ext cx="5586983" cy="324612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4145" y="1417320"/>
            <a:ext cx="5586983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0177" y="1673352"/>
            <a:ext cx="50749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VS CODE (SI LO USÁIS)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50177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0177" y="2240280"/>
            <a:ext cx="5074919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Extensión oficial de Claude Code.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Diffs propuestos en el editor, con aceptación por fichero.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Comparte selección y diagnósticos con Claude.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Sirve también para dev containers (sesión 4).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5993" y="4846320"/>
            <a:ext cx="3657600" cy="141732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5993" y="4846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025" y="5102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RAMA PROPIA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025" y="5477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025" y="5669280"/>
            <a:ext cx="3145536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Trabaja siempre en una rama: el diff de Git es tu red de seguridad.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4761" y="4846320"/>
            <a:ext cx="3657600" cy="141732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64761" y="4846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0793" y="5102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BUILD Y TESTS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0793" y="5477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0793" y="5669280"/>
            <a:ext cx="3145536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Deja que ejecute dotnet build y dotnet test para que vea los errores reales.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3529" y="4846320"/>
            <a:ext cx="3657600" cy="141732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23529" y="4846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9561" y="5102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CARPETA CORRECTA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79561" y="5477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79561" y="5669280"/>
            <a:ext cx="3145536" cy="4571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Arranca en la raíz del repositorio, no en una carpeta superior.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01.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La interfaz en cinco minutos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Lo imprescindible para moverse dentro de una sesión.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1713" y="1371600"/>
            <a:ext cx="2286000" cy="384048"/>
          </a:xfrm>
          <a:prstGeom prst="roundRect">
            <a:avLst>
              <a:gd name="adj" fmla="val 12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13" y="137160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ATAJO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29153" y="1371600"/>
            <a:ext cx="8906256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29153" y="1371600"/>
            <a:ext cx="890625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PARA QUÉ SIRVE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5993" y="1847088"/>
            <a:ext cx="11375136" cy="493776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3153" y="1883664"/>
            <a:ext cx="2103120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1D1D1B"/>
                </a:solidFill>
                <a:latin typeface="Roboto"/>
                <a:cs typeface="Roboto"/>
              </a:rPr>
              <a:t>Shift+Tab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0593" y="1883664"/>
            <a:ext cx="8723376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Cambia el modo de permisos: auto, plan, Manual, aceptar ediciones. El indicador está bajo la caja de texto.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5993" y="2395728"/>
            <a:ext cx="11375136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3153" y="2432304"/>
            <a:ext cx="2103120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1D1D1B"/>
                </a:solidFill>
                <a:latin typeface="Roboto"/>
                <a:cs typeface="Roboto"/>
              </a:rPr>
              <a:t>@ruta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0593" y="2432304"/>
            <a:ext cx="8723376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Referencia un fichero o carpeta concretos: entran en el contexto sin que tenga que buscarlos.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" y="2944368"/>
            <a:ext cx="11375136" cy="493776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3153" y="2980944"/>
            <a:ext cx="2103120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1D1D1B"/>
                </a:solidFill>
                <a:latin typeface="Roboto"/>
                <a:cs typeface="Roboto"/>
              </a:rPr>
              <a:t>/comando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0593" y="2980944"/>
            <a:ext cx="8723376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Comandos de la sesión: /status, /context, /clear, /memory, /permissions…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5993" y="3493008"/>
            <a:ext cx="11375136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153" y="3529584"/>
            <a:ext cx="2103120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1D1D1B"/>
                </a:solidFill>
                <a:latin typeface="Roboto"/>
                <a:cs typeface="Roboto"/>
              </a:rPr>
              <a:t>!comando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0593" y="3529584"/>
            <a:ext cx="8723376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Ejecuta un comando de terminal sin salir de Claude; la salida queda en el contexto.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5993" y="4041648"/>
            <a:ext cx="11375136" cy="493776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153" y="4078224"/>
            <a:ext cx="2103120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1D1D1B"/>
                </a:solidFill>
                <a:latin typeface="Roboto"/>
                <a:cs typeface="Roboto"/>
              </a:rPr>
              <a:t>Esc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0593" y="4078224"/>
            <a:ext cx="8723376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Interrumpe lo que está haciendo sin perder la conversación.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5993" y="4590288"/>
            <a:ext cx="11375136" cy="4937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3153" y="4626864"/>
            <a:ext cx="2103120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1D1D1B"/>
                </a:solidFill>
                <a:latin typeface="Roboto"/>
                <a:cs typeface="Roboto"/>
              </a:rPr>
              <a:t>Esc Esc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0593" y="4626864"/>
            <a:ext cx="8723376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Vuelve a una petición anterior y, si quieres, restaura el código (/rewind).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5993" y="5138927"/>
            <a:ext cx="11375136" cy="493776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3153" y="5175503"/>
            <a:ext cx="2103120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1D1D1B"/>
                </a:solidFill>
                <a:latin typeface="Roboto"/>
                <a:cs typeface="Roboto"/>
              </a:rPr>
              <a:t>/exit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0593" y="5175503"/>
            <a:ext cx="8723376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Sale de la sesión. claude --continue la retoma.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/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Demo 1 · Arranque en el terminal de Visual Studio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5993" y="960120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5993" y="96012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Roboto"/>
                <a:cs typeface="Roboto"/>
              </a:rPr>
              <a:t>DEMO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987552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5F6368"/>
                </a:solidFill>
                <a:latin typeface="Roboto"/>
                <a:cs typeface="Roboto"/>
              </a:rPr>
              <a:t>8 min · rama main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5993" y="1554480"/>
            <a:ext cx="4160520" cy="19659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5993" y="1554480"/>
            <a:ext cx="416052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1810512"/>
            <a:ext cx="3648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PARA QUÉ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025" y="218541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" y="2377440"/>
            <a:ext cx="364845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Ver que es una CLI corriente dentro del IDE, dónde se ven el modo y el modelo, y cómo se interrumpe.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5993" y="3657600"/>
            <a:ext cx="4160520" cy="26060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5993" y="3657600"/>
            <a:ext cx="416052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025" y="3913632"/>
            <a:ext cx="3648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FÍJATE 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025" y="428853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" y="4480560"/>
            <a:ext cx="3648456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Arranca en modo auto: un clasificador aprueba por ti.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Hoy trabajamos en plan y en Manual para ver cada paso.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El modelo por defecto es Opus 5.5.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1554480"/>
            <a:ext cx="7031736" cy="4709160"/>
          </a:xfrm>
          <a:prstGeom prst="roundRect">
            <a:avLst>
              <a:gd name="adj" fmla="val 4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1691639"/>
            <a:ext cx="63093" cy="443484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4064" y="1691639"/>
            <a:ext cx="64830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0"/>
              </a:lnSpc>
              <a:spcAft>
                <a:spcPts val="600"/>
              </a:spcAft>
              <a:buNone/>
            </a:pPr>
            <a:r>
              <a:rPr sz="1150" b="1" i="0">
                <a:solidFill>
                  <a:srgbClr val="8C8F94"/>
                </a:solidFill>
                <a:latin typeface="Roboto"/>
                <a:cs typeface="Roboto"/>
              </a:rPr>
              <a:t>TERMINAL DE VISUAL STUDIO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4064" y="1993391"/>
            <a:ext cx="6528816" cy="416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claude --version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claude doctor</a:t>
            </a:r>
            <a:r>
              <a:rPr sz="1250" b="0" i="0">
                <a:solidFill>
                  <a:srgbClr val="9AA0A6"/>
                </a:solidFill>
                <a:latin typeface="Consolas"/>
                <a:cs typeface="Consolas"/>
              </a:rPr>
              <a:t>            # instalación, PATH, actualizaciones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git status</a:t>
            </a:r>
            <a:r>
              <a:rPr sz="1250" b="0" i="0">
                <a:solidFill>
                  <a:srgbClr val="9AA0A6"/>
                </a:solidFill>
                <a:latin typeface="Consolas"/>
                <a:cs typeface="Consolas"/>
              </a:rPr>
              <a:t>               # rama y cambios: la red de seguridad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claude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/status</a:t>
            </a:r>
            <a:r>
              <a:rPr sz="1250" b="0" i="0">
                <a:solidFill>
                  <a:srgbClr val="9AA0A6"/>
                </a:solidFill>
                <a:latin typeface="Consolas"/>
                <a:cs typeface="Consolas"/>
              </a:rPr>
              <a:t>                    # cuenta, organización y modelo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1">
                <a:solidFill>
                  <a:srgbClr val="9AA0A6"/>
                </a:solidFill>
                <a:latin typeface="Consolas"/>
                <a:cs typeface="Consolas"/>
              </a:rPr>
              <a:t># Shift+Tab varias veces: auto → plan → Manual → …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1">
                <a:solidFill>
                  <a:srgbClr val="9AA0A6"/>
                </a:solidFill>
                <a:latin typeface="Consolas"/>
                <a:cs typeface="Consolas"/>
              </a:rPr>
              <a:t># Esc: interrumpe sin perder la sesión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/exit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01.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Explorar, planificar, implementar y verificar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Explorar y planificar antes de escribir código es el momento más barato para corregir el rumbo.</a:t>
            </a:r>
          </a:p>
        </p:txBody>
      </p:sp>
      <p:sp>
        <p:nvSpPr>
          <p:cNvPr id="7" name="Pentagon 6"/>
          <p:cNvSpPr/>
          <p:nvPr/>
        </p:nvSpPr>
        <p:spPr>
          <a:xfrm>
            <a:off x="405993" y="1417320"/>
            <a:ext cx="2953512" cy="658368"/>
          </a:xfrm>
          <a:prstGeom prst="homePlate">
            <a:avLst/>
          </a:prstGeom>
          <a:solidFill>
            <a:srgbClr val="1D1D1B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0313" y="1417320"/>
            <a:ext cx="247802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1. Explorar</a:t>
            </a:r>
          </a:p>
        </p:txBody>
      </p:sp>
      <p:sp>
        <p:nvSpPr>
          <p:cNvPr id="9" name="Chevron 8"/>
          <p:cNvSpPr/>
          <p:nvPr/>
        </p:nvSpPr>
        <p:spPr>
          <a:xfrm>
            <a:off x="3249777" y="1417320"/>
            <a:ext cx="2953512" cy="658368"/>
          </a:xfrm>
          <a:prstGeom prst="chevron">
            <a:avLst/>
          </a:prstGeom>
          <a:solidFill>
            <a:srgbClr val="3A3D42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4097" y="1417320"/>
            <a:ext cx="247802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2. Planificar</a:t>
            </a:r>
          </a:p>
        </p:txBody>
      </p:sp>
      <p:sp>
        <p:nvSpPr>
          <p:cNvPr id="11" name="Chevron 10"/>
          <p:cNvSpPr/>
          <p:nvPr/>
        </p:nvSpPr>
        <p:spPr>
          <a:xfrm>
            <a:off x="6093561" y="1417320"/>
            <a:ext cx="2953512" cy="658368"/>
          </a:xfrm>
          <a:prstGeom prst="chevron">
            <a:avLst/>
          </a:prstGeom>
          <a:solidFill>
            <a:srgbClr val="3A3D42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7881" y="1417320"/>
            <a:ext cx="247802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3. Implementar</a:t>
            </a:r>
          </a:p>
        </p:txBody>
      </p:sp>
      <p:sp>
        <p:nvSpPr>
          <p:cNvPr id="13" name="Chevron 12"/>
          <p:cNvSpPr/>
          <p:nvPr/>
        </p:nvSpPr>
        <p:spPr>
          <a:xfrm>
            <a:off x="8937345" y="1417320"/>
            <a:ext cx="2953512" cy="658368"/>
          </a:xfrm>
          <a:prstGeom prst="chevron">
            <a:avLst/>
          </a:prstGeom>
          <a:solidFill>
            <a:srgbClr val="E2001A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11665" y="1417320"/>
            <a:ext cx="2478024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4. Verificar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5993" y="2286000"/>
            <a:ext cx="5586983" cy="301752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5993" y="2286000"/>
            <a:ext cx="5586983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025" y="2542032"/>
            <a:ext cx="50749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MODO PLAN (SHIFT+TAB)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2025" y="291693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025" y="3108960"/>
            <a:ext cx="5074919" cy="2057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No edita: analiza, pregunta lo que no está claro y devuelve un plan.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Puede lanzar comandos de lectura para explorar.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Revisa el plan y pide cambios antes de aprobarlo.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Fija en el plan qué prueba demuestra que está bien.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4145" y="2286000"/>
            <a:ext cx="5586983" cy="301752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4145" y="2286000"/>
            <a:ext cx="5586983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0177" y="2542032"/>
            <a:ext cx="50749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EJECUCIÓN DIRECTA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50177" y="291693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0177" y="3108960"/>
            <a:ext cx="5074919" cy="2057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Para cambios pequeños y acotados: un mapeo, un mensaje, un test.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La sesión arranca en auto; en Manual pide permiso en cada edición y comando.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Acepta ediciones solo con la rama limpia y el alcance cerrado.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Cierra siempre con compilación, pruebas y lectura del diff.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5993" y="5532120"/>
            <a:ext cx="11375136" cy="621792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5993" y="5660136"/>
            <a:ext cx="63093" cy="36576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609" y="5623559"/>
            <a:ext cx="108264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Regla práctica: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si no sabes describir el cambio en dos frases, empieza en modo plan.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01.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El modo plan en detalle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Plan es el modo para entender y decidir; la edición llega cuando apruebas.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481328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2366" y="1920240"/>
            <a:ext cx="22860" cy="265175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463040"/>
            <a:ext cx="514807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3A3D42"/>
                </a:solidFill>
                <a:latin typeface="Roboto"/>
                <a:cs typeface="Roboto"/>
              </a:rPr>
              <a:t>Entrar:</a:t>
            </a: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 Shift+Tab hasta «plan mode», o claude --permission-mode plan.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31136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31136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2366" y="2670048"/>
            <a:ext cx="22860" cy="265175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2212848"/>
            <a:ext cx="514807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3A3D42"/>
                </a:solidFill>
                <a:latin typeface="Roboto"/>
                <a:cs typeface="Roboto"/>
              </a:rPr>
              <a:t>Explorar:</a:t>
            </a: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 lee ficheros y ejecuta comandos de lectura; no toca nada.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980944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80944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2366" y="3419856"/>
            <a:ext cx="22860" cy="265175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2962656"/>
            <a:ext cx="514807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3A3D42"/>
                </a:solidFill>
                <a:latin typeface="Roboto"/>
                <a:cs typeface="Roboto"/>
              </a:rPr>
              <a:t>Plan:</a:t>
            </a: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 pasos numerados, ficheros afectados y verificación.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730752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30752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2366" y="4169664"/>
            <a:ext cx="22860" cy="265175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3712464"/>
            <a:ext cx="514807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3A3D42"/>
                </a:solidFill>
                <a:latin typeface="Roboto"/>
                <a:cs typeface="Roboto"/>
              </a:rPr>
              <a:t>Ajustar:</a:t>
            </a: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 pide cambios al plan, no al código.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4480559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480559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462272"/>
            <a:ext cx="514807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3A3D42"/>
                </a:solidFill>
                <a:latin typeface="Roboto"/>
                <a:cs typeface="Roboto"/>
              </a:rPr>
              <a:t>Aprobar:</a:t>
            </a: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 eliges cómo seguir: auto, aceptar ediciones o Manual.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1417320"/>
            <a:ext cx="5294376" cy="21945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1417320"/>
            <a:ext cx="5294376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8272" y="1673352"/>
            <a:ext cx="4782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UN BUEN PLAN DICE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48272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48272" y="2240280"/>
            <a:ext cx="4782312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Qué ficheros toca y cuáles no.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En qué orden y por qué.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Cómo se verifica cada paso.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3749039"/>
            <a:ext cx="5294376" cy="160020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3749039"/>
            <a:ext cx="5294376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48272" y="4005072"/>
            <a:ext cx="47823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SEÑAL DE ALARMA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48272" y="437997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48272" y="4572000"/>
            <a:ext cx="4782312" cy="640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Plan que toca más capas de las necesarias o no dice cómo se comprueba.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5993" y="5532120"/>
            <a:ext cx="11375136" cy="621792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5993" y="5660136"/>
            <a:ext cx="63093" cy="36576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" y="5623559"/>
            <a:ext cx="108264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Consejo: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en plan, pide siempre «cita fichero y línea»: así puedes comprobar cada afirmación en Visual Studio.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01.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Verificar: qué significa «hecho»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El nivel de verificación lo marca el impacto del cambio, no lo convincente que suene la respuesta.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46273" y="1371600"/>
            <a:ext cx="2971800" cy="384048"/>
          </a:xfrm>
          <a:prstGeom prst="roundRect">
            <a:avLst>
              <a:gd name="adj" fmla="val 12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46273" y="1371600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RIESGO BAJO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09513" y="1371600"/>
            <a:ext cx="2971800" cy="384048"/>
          </a:xfrm>
          <a:prstGeom prst="roundRect">
            <a:avLst>
              <a:gd name="adj" fmla="val 12000"/>
            </a:avLst>
          </a:prstGeom>
          <a:solidFill>
            <a:srgbClr val="3A3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09513" y="1371600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RIESGO MEDIO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2753" y="1371600"/>
            <a:ext cx="2962656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2753" y="1371600"/>
            <a:ext cx="296265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RIESGO ALTO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5993" y="1847088"/>
            <a:ext cx="11375136" cy="813815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3153" y="1883664"/>
            <a:ext cx="1920240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Ejemplos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7713" y="1883664"/>
            <a:ext cx="2788920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Renombrar, texto de una vista, un test nuevo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0953" y="1883664"/>
            <a:ext cx="2788920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Refactor dentro de una capa, una consulta 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4193" y="1883664"/>
            <a:ext cx="2779776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Cálculo de importes, seguridad, datos de producción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5993" y="2715768"/>
            <a:ext cx="11375136" cy="8138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153" y="2752344"/>
            <a:ext cx="1920240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Mínimo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7713" y="2752344"/>
            <a:ext cx="2788920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Compila y lees el diff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0953" y="2752344"/>
            <a:ext cx="2788920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Compila, pasan los tests y lees cada línea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4193" y="2752344"/>
            <a:ext cx="2779776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Lo anterior + prueba nueva del caso límite + revisión de otra persona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993" y="3611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E2001A"/>
                </a:solidFill>
                <a:latin typeface="Roboto"/>
                <a:cs typeface="Roboto"/>
              </a:rPr>
              <a:t>PROTOCOLO MÍNIMO DE VERIFICACIÓN</a:t>
            </a:r>
          </a:p>
        </p:txBody>
      </p:sp>
      <p:sp>
        <p:nvSpPr>
          <p:cNvPr id="24" name="Pentagon 23"/>
          <p:cNvSpPr/>
          <p:nvPr/>
        </p:nvSpPr>
        <p:spPr>
          <a:xfrm>
            <a:off x="405993" y="3977639"/>
            <a:ext cx="2953512" cy="640080"/>
          </a:xfrm>
          <a:prstGeom prst="homePlate">
            <a:avLst/>
          </a:prstGeom>
          <a:solidFill>
            <a:srgbClr val="1D1D1B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" y="3977639"/>
            <a:ext cx="247802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Roboto"/>
                <a:cs typeface="Roboto"/>
              </a:rPr>
              <a:t>1. dotnet build</a:t>
            </a:r>
          </a:p>
        </p:txBody>
      </p:sp>
      <p:sp>
        <p:nvSpPr>
          <p:cNvPr id="26" name="Chevron 25"/>
          <p:cNvSpPr/>
          <p:nvPr/>
        </p:nvSpPr>
        <p:spPr>
          <a:xfrm>
            <a:off x="3249777" y="3977639"/>
            <a:ext cx="2953512" cy="640080"/>
          </a:xfrm>
          <a:prstGeom prst="chevron">
            <a:avLst/>
          </a:prstGeom>
          <a:solidFill>
            <a:srgbClr val="3A3D42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4097" y="3977639"/>
            <a:ext cx="247802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Roboto"/>
                <a:cs typeface="Roboto"/>
              </a:rPr>
              <a:t>2. dotnet test</a:t>
            </a:r>
          </a:p>
        </p:txBody>
      </p:sp>
      <p:sp>
        <p:nvSpPr>
          <p:cNvPr id="28" name="Chevron 27"/>
          <p:cNvSpPr/>
          <p:nvPr/>
        </p:nvSpPr>
        <p:spPr>
          <a:xfrm>
            <a:off x="6093561" y="3977639"/>
            <a:ext cx="2953512" cy="640080"/>
          </a:xfrm>
          <a:prstGeom prst="chevron">
            <a:avLst/>
          </a:prstGeom>
          <a:solidFill>
            <a:srgbClr val="3A3D42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7881" y="3977639"/>
            <a:ext cx="247802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Roboto"/>
                <a:cs typeface="Roboto"/>
              </a:rPr>
              <a:t>3. Leer el diff</a:t>
            </a:r>
          </a:p>
        </p:txBody>
      </p:sp>
      <p:sp>
        <p:nvSpPr>
          <p:cNvPr id="30" name="Chevron 29"/>
          <p:cNvSpPr/>
          <p:nvPr/>
        </p:nvSpPr>
        <p:spPr>
          <a:xfrm>
            <a:off x="8937345" y="3977639"/>
            <a:ext cx="2953512" cy="640080"/>
          </a:xfrm>
          <a:prstGeom prst="chevron">
            <a:avLst/>
          </a:prstGeom>
          <a:solidFill>
            <a:srgbClr val="E2001A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11665" y="3977639"/>
            <a:ext cx="247802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Roboto"/>
                <a:cs typeface="Roboto"/>
              </a:rPr>
              <a:t>4. Prueba funcional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5993" y="5074920"/>
            <a:ext cx="11375136" cy="59436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5993" y="5202936"/>
            <a:ext cx="63093" cy="338328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2609" y="5166359"/>
            <a:ext cx="108264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Quien firma el commit responde del código,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lo haya escrito una persona o un modelo.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/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Demo 2 · Ciclo completo: el 500 de remesas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5993" y="960120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5993" y="96012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Roboto"/>
                <a:cs typeface="Roboto"/>
              </a:rPr>
              <a:t>DEMO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987552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5F6368"/>
                </a:solidFill>
                <a:latin typeface="Roboto"/>
                <a:cs typeface="Roboto"/>
              </a:rPr>
              <a:t>20 min · rama main · dos terminales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5993" y="1554480"/>
            <a:ext cx="4160520" cy="19659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5993" y="1554480"/>
            <a:ext cx="416052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1810512"/>
            <a:ext cx="3648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PARA QUÉ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025" y="218541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" y="2377440"/>
            <a:ext cx="364845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Recorrer el ciclo entero con modo plan y verificación sobre un fallo real de la API.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5993" y="3657600"/>
            <a:ext cx="4160520" cy="26060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5993" y="3657600"/>
            <a:ext cx="416052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025" y="3913632"/>
            <a:ext cx="3648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FÍJATE 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025" y="428853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" y="4480560"/>
            <a:ext cx="3648456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Explora y cita líneas sin tocar nada.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El comportamiento esperado lo decides tú.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Verifica con dotnet test y con la API.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Con una petición vaga lo «arregla» con un ?. y nadie decide.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1554480"/>
            <a:ext cx="7031736" cy="4709160"/>
          </a:xfrm>
          <a:prstGeom prst="roundRect">
            <a:avLst>
              <a:gd name="adj" fmla="val 4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1691639"/>
            <a:ext cx="63093" cy="443484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4064" y="1691639"/>
            <a:ext cx="64830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0"/>
              </a:lnSpc>
              <a:spcAft>
                <a:spcPts val="600"/>
              </a:spcAft>
              <a:buNone/>
            </a:pPr>
            <a:r>
              <a:rPr sz="1150" b="1" i="0">
                <a:solidFill>
                  <a:srgbClr val="8C8F94"/>
                </a:solidFill>
                <a:latin typeface="Roboto"/>
                <a:cs typeface="Roboto"/>
              </a:rPr>
              <a:t>POWERSHELL (T1, T2) Y CLAUDE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4064" y="1993391"/>
            <a:ext cx="6528816" cy="416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1">
                <a:solidFill>
                  <a:srgbClr val="9AA0A6"/>
                </a:solidFill>
                <a:latin typeface="Consolas"/>
                <a:cs typeface="Consolas"/>
              </a:rPr>
              <a:t># T2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dotnet run --project src/Ayudas.Api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1">
                <a:solidFill>
                  <a:srgbClr val="9AA0A6"/>
                </a:solidFill>
                <a:latin typeface="Consolas"/>
                <a:cs typeface="Consolas"/>
              </a:rPr>
              <a:t># T1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curl.exe -i http://localhost:5090/api/remesas/&lt;ID&gt;</a:t>
            </a:r>
            <a:r>
              <a:rPr sz="1250" b="0" i="0">
                <a:solidFill>
                  <a:srgbClr val="9AA0A6"/>
                </a:solidFill>
                <a:latin typeface="Consolas"/>
                <a:cs typeface="Consolas"/>
              </a:rPr>
              <a:t>     # 500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claude</a:t>
            </a:r>
            <a:r>
              <a:rPr sz="1250" b="0" i="0">
                <a:solidFill>
                  <a:srgbClr val="9AA0A6"/>
                </a:solidFill>
                <a:latin typeface="Consolas"/>
                <a:cs typeface="Consolas"/>
              </a:rPr>
              <a:t>                  # Shift+Tab hasta plan mode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La API devuelve 500 en GET /api/remesas/&lt;ID&gt;. Sin editar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nada: localiza la causa con fichero y línea. ¿Qué haría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falta si la entidad no tiene dirección de notificación?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Si no hay dirección (null o espacios), DireccionNotificacion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= null. Plan: cambio mínimo y dos tests en RemesaServiceTests.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1">
                <a:solidFill>
                  <a:srgbClr val="9AA0A6"/>
                </a:solidFill>
                <a:latin typeface="Consolas"/>
                <a:cs typeface="Consolas"/>
              </a:rPr>
              <a:t># Aprobar en Manual; aceptar dotnet test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curl.exe -i http://localhost:5090/api/remesas/&lt;ID&gt;</a:t>
            </a:r>
            <a:r>
              <a:rPr sz="1250" b="0" i="0">
                <a:solidFill>
                  <a:srgbClr val="9AA0A6"/>
                </a:solidFill>
                <a:latin typeface="Consolas"/>
                <a:cs typeface="Consolas"/>
              </a:rPr>
              <a:t>     # 200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git diff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01.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Lo que nos enseña la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La misma tarea, dos peticiones: la diferencia está en el comportamiento esperado y en el criterio de aceptación.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2033" y="1417320"/>
            <a:ext cx="4297680" cy="384048"/>
          </a:xfrm>
          <a:prstGeom prst="roundRect">
            <a:avLst>
              <a:gd name="adj" fmla="val 12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2033" y="1417320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PETICIÓN VAGA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1153" y="1417320"/>
            <a:ext cx="4334256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1153" y="1417320"/>
            <a:ext cx="433425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PETICIÓN ÚTIL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5993" y="1892808"/>
            <a:ext cx="11375136" cy="658368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3153" y="1929384"/>
            <a:ext cx="22860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La petición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3473" y="1929384"/>
            <a:ext cx="41148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«La API de remesas da 500. Arréglalo.»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2593" y="1929384"/>
            <a:ext cx="415137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80"/>
              </a:lnSpc>
              <a:spcAft>
                <a:spcPts val="600"/>
              </a:spcAft>
              <a:buNone/>
            </a:pPr>
            <a:r>
              <a:rPr sz="1200" b="0" i="0">
                <a:solidFill>
                  <a:srgbClr val="3A3D42"/>
                </a:solidFill>
                <a:latin typeface="Roboto"/>
                <a:cs typeface="Roboto"/>
              </a:rPr>
              <a:t>«Si no hay dirección, DireccionNotificacion = null; cambio mínimo en RemesaService y tests con null y con espacios.»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5993" y="2606040"/>
            <a:ext cx="1137513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3153" y="2642616"/>
            <a:ext cx="22860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Qué hace Claude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3473" y="2642616"/>
            <a:ext cx="41148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Pone un ?. o devuelve ""; decide el negocio por 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2593" y="2642616"/>
            <a:ext cx="415137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Aplica la regla que has decidido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5993" y="3319272"/>
            <a:ext cx="11375136" cy="658368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" y="3355848"/>
            <a:ext cx="22860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Pruebas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355848"/>
            <a:ext cx="41148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Ninguna, o una que no prueba el caso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2593" y="3355848"/>
            <a:ext cx="415137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Una por caso, que falla antes del cambio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5993" y="4032504"/>
            <a:ext cx="11375136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153" y="4069080"/>
            <a:ext cx="22860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Revisión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3473" y="4069080"/>
            <a:ext cx="41148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No sabes qué mirar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2593" y="4069080"/>
            <a:ext cx="415137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Compruebas el diff contra la regla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5993" y="5440680"/>
            <a:ext cx="11375136" cy="621792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5993" y="5568696"/>
            <a:ext cx="63093" cy="36576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" y="5532120"/>
            <a:ext cx="108264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Regla: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si tu petición cabe en una línea, casi siempre le falta el fichero, el alcance o el criterio de aceptación.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01.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Anatomía de una petición eficaz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Una petición eficaz tiene cuatro bloques: quién eres para él, qué quieres, con qué material y cómo lo quieres.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2692908" cy="301752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417320"/>
            <a:ext cx="2692908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1673352"/>
            <a:ext cx="21808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1. ROL U OBJETIVO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2240280"/>
            <a:ext cx="2180844" cy="2057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Qué papel adopta y para qué sirve el resultado.</a:t>
            </a:r>
          </a:p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«Actúa como desarrollador .NET senior que prepara una PR revisable.»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0069" y="1417320"/>
            <a:ext cx="2692908" cy="301752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00069" y="1417320"/>
            <a:ext cx="2692908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6101" y="1673352"/>
            <a:ext cx="21808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2. TAREA CONCRETA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56101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6101" y="2240280"/>
            <a:ext cx="2180844" cy="2057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Qué hay que hacer, con verbo y alcance cerrado.</a:t>
            </a:r>
          </a:p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«Extrae el cálculo de la cofinanciación de RemesaService a un servicio propio.»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4145" y="1417320"/>
            <a:ext cx="2692908" cy="301752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4145" y="1417320"/>
            <a:ext cx="2692908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0177" y="1673352"/>
            <a:ext cx="21808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3. CONTEXTO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50177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0177" y="2240280"/>
            <a:ext cx="2180844" cy="2057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Ficheros, versión, reglas y lo que no se puede tocar.</a:t>
            </a:r>
          </a:p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«@RemesaService.cs, .NET 8, sin cambiar la firma pública.»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8221" y="1417320"/>
            <a:ext cx="2692908" cy="301752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88221" y="1417320"/>
            <a:ext cx="2692908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4253" y="1673352"/>
            <a:ext cx="21808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4. FORMATO ESPERADO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44253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4253" y="2240280"/>
            <a:ext cx="2180844" cy="2057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Cómo quieres la respuesta y con qué criterio la aceptas.</a:t>
            </a:r>
          </a:p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«Primero el plan, luego el diff y los tests en verde.»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5993" y="4617720"/>
            <a:ext cx="11375136" cy="1600200"/>
          </a:xfrm>
          <a:prstGeom prst="roundRect">
            <a:avLst>
              <a:gd name="adj" fmla="val 4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5993" y="4754880"/>
            <a:ext cx="63093" cy="132588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" y="4754880"/>
            <a:ext cx="108264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0"/>
              </a:lnSpc>
              <a:spcAft>
                <a:spcPts val="600"/>
              </a:spcAft>
              <a:buNone/>
            </a:pPr>
            <a:r>
              <a:rPr sz="1150" b="1" i="0">
                <a:solidFill>
                  <a:srgbClr val="8C8F94"/>
                </a:solidFill>
                <a:latin typeface="Roboto"/>
                <a:cs typeface="Roboto"/>
              </a:rPr>
              <a:t>PLANTILLA REUTILIZABLE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177" y="5056631"/>
            <a:ext cx="1087221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onsolas"/>
                <a:cs typeface="Consolas"/>
              </a:rPr>
              <a:t>Actúa como &lt;rol&gt;. Necesito &lt;tarea concreta&gt; sobre @&lt;fichero&gt;.</a:t>
            </a:r>
          </a:p>
          <a:p>
            <a:pPr algn="l">
              <a:lnSpc>
                <a:spcPts val="172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onsolas"/>
                <a:cs typeface="Consolas"/>
              </a:rPr>
              <a:t>Restricciones: &lt;versión, estilo, qué no se puede tocar&gt;.</a:t>
            </a:r>
          </a:p>
          <a:p>
            <a:pPr algn="l">
              <a:lnSpc>
                <a:spcPts val="172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onsolas"/>
                <a:cs typeface="Consolas"/>
              </a:rPr>
              <a:t>Entrega: &lt;plan / diff / tests&gt;. Criterio: compila y tests en verde.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01.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Primeros prompts sobre una solución .NET MVC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Entender el código antes de pedir cualquier cambio: cuatro preguntas que se hacen siempre.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2692908" cy="292608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417320"/>
            <a:ext cx="2692908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1673352"/>
            <a:ext cx="21808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1. LEER CÓDIGO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2240280"/>
            <a:ext cx="2180844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Visión general de la solución y sus proyectos.</a:t>
            </a:r>
          </a:p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«Resume la solución: proyectos, capas y referencias entre ellos.»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0069" y="1417320"/>
            <a:ext cx="2692908" cy="292608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00069" y="1417320"/>
            <a:ext cx="2692908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6101" y="1673352"/>
            <a:ext cx="21808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2. EXPLICAR MÓDULOS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56101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6101" y="2240280"/>
            <a:ext cx="2180844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Qué hace un área concreta y con qué colabora.</a:t>
            </a:r>
          </a:p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«Explica @src/Ayudas.Web/Controllers/RemesasController.cs y los servicios que usa.»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4145" y="1417320"/>
            <a:ext cx="2692908" cy="292608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4145" y="1417320"/>
            <a:ext cx="2692908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0177" y="1673352"/>
            <a:ext cx="21808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3. DEPENDENCIAS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50177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0177" y="2240280"/>
            <a:ext cx="2180844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Quién usa qué antes de tocar nada.</a:t>
            </a:r>
          </a:p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«¿Qué clases dependen de IRemesaRepository? Lista ficheros y métodos.»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8221" y="1417320"/>
            <a:ext cx="2692908" cy="292608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88221" y="1417320"/>
            <a:ext cx="2692908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4253" y="1673352"/>
            <a:ext cx="21808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4. PUNTOS DE ENTRADA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44253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4253" y="2240280"/>
            <a:ext cx="2180844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Por dónde entra y cómo se resuelve cada petición.</a:t>
            </a:r>
          </a:p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«Enumera rutas, filtros y middleware desde Program.cs hasta cada acción.»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5993" y="4526280"/>
            <a:ext cx="11375136" cy="1691640"/>
          </a:xfrm>
          <a:prstGeom prst="roundRect">
            <a:avLst>
              <a:gd name="adj" fmla="val 4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5993" y="4663440"/>
            <a:ext cx="63093" cy="141732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" y="4663440"/>
            <a:ext cx="108264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0"/>
              </a:lnSpc>
              <a:spcAft>
                <a:spcPts val="600"/>
              </a:spcAft>
              <a:buNone/>
            </a:pPr>
            <a:r>
              <a:rPr sz="1150" b="1" i="0">
                <a:solidFill>
                  <a:srgbClr val="8C8F94"/>
                </a:solidFill>
                <a:latin typeface="Roboto"/>
                <a:cs typeface="Roboto"/>
              </a:rPr>
              <a:t>PLANTILLA PARA EXPLORAR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177" y="4965192"/>
            <a:ext cx="1087221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onsolas"/>
                <a:cs typeface="Consolas"/>
              </a:rPr>
              <a:t>En modo plan, sin editar: explícame &lt;qué quieres entender&gt; en @ruta/o/carpeta.</a:t>
            </a:r>
          </a:p>
          <a:p>
            <a:pPr algn="l">
              <a:lnSpc>
                <a:spcPts val="172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onsolas"/>
                <a:cs typeface="Consolas"/>
              </a:rPr>
              <a:t>Limítate a &lt;proyecto o capa&gt; y cita fichero y línea en cada afirmación.</a:t>
            </a:r>
          </a:p>
          <a:p>
            <a:pPr algn="l">
              <a:lnSpc>
                <a:spcPts val="1720"/>
              </a:lnSpc>
              <a:spcAft>
                <a:spcPts val="0"/>
              </a:spcAft>
              <a:buNone/>
            </a:pPr>
            <a:r>
              <a:rPr sz="1300" b="0" i="0">
                <a:solidFill>
                  <a:srgbClr val="FFFFFF"/>
                </a:solidFill>
                <a:latin typeface="Consolas"/>
                <a:cs typeface="Consolas"/>
              </a:rPr>
              <a:t>Formato: lista breve y, al final, lo que no has podido confirmar.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01.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Darle el material adecuado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Cuanto más concreto el material, menos tiene que buscar y menos se equivoca.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1713" y="1371600"/>
            <a:ext cx="2651760" cy="384048"/>
          </a:xfrm>
          <a:prstGeom prst="roundRect">
            <a:avLst>
              <a:gd name="adj" fmla="val 12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1713" y="1371600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CÓMO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94913" y="1371600"/>
            <a:ext cx="4572000" cy="384048"/>
          </a:xfrm>
          <a:prstGeom prst="roundRect">
            <a:avLst>
              <a:gd name="adj" fmla="val 12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94913" y="1371600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EJEMPLO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58353" y="1371600"/>
            <a:ext cx="3877056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58353" y="1371600"/>
            <a:ext cx="387705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CUÁNDO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5993" y="1847088"/>
            <a:ext cx="11375136" cy="603503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3153" y="1883664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@fichero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6353" y="1883664"/>
            <a:ext cx="43891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@src/Ayudas.Application/Servicios/RemesaService.cs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49793" y="1883664"/>
            <a:ext cx="369417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Sabes qué fichero importa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" y="2505456"/>
            <a:ext cx="11375136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3153" y="2542032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@carpeta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86353" y="2542032"/>
            <a:ext cx="43891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@src/Ayudas.Web/Legacy/Justificaciones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49793" y="2542032"/>
            <a:ext cx="369417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Quieres acotar un módulo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5993" y="3163824"/>
            <a:ext cx="11375136" cy="603503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3153" y="3200400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Error pegado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86353" y="3200400"/>
            <a:ext cx="43891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La traza completa de la excepción, no «no funciona»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49793" y="3200400"/>
            <a:ext cx="369417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Diagnóstico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5993" y="3822191"/>
            <a:ext cx="11375136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3153" y="3858768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Salida de un comando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86353" y="3858768"/>
            <a:ext cx="43891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!dotnet test --filter RemesaServiceTests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49793" y="3858768"/>
            <a:ext cx="369417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Quieres que vea un resultado real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5993" y="4480559"/>
            <a:ext cx="11375136" cy="603503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3153" y="4517136"/>
            <a:ext cx="246888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Fichero y línea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86353" y="4517136"/>
            <a:ext cx="43891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«…cita fichero y línea en cada afirmación»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49793" y="4517136"/>
            <a:ext cx="369417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Siempre que expliques código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5993" y="5440680"/>
            <a:ext cx="11375136" cy="59436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5993" y="5568696"/>
            <a:ext cx="63093" cy="338328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" y="5532120"/>
            <a:ext cx="108264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Truco: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si no sabes qué fichero es, pregúntaselo primero; luego acota la petición con @.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/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Demo 3 · Plantilla para explorar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5993" y="960120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5993" y="96012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Roboto"/>
                <a:cs typeface="Roboto"/>
              </a:rPr>
              <a:t>DEMO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987552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5F6368"/>
                </a:solidFill>
                <a:latin typeface="Roboto"/>
                <a:cs typeface="Roboto"/>
              </a:rPr>
              <a:t>8 min · rama main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5993" y="1554480"/>
            <a:ext cx="4160520" cy="19659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5993" y="1554480"/>
            <a:ext cx="416052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1810512"/>
            <a:ext cx="3648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PARA QUÉ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025" y="218541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" y="2377440"/>
            <a:ext cx="364845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Aplicar la plantilla a un módulo heredado y comprobar lo que dice abriendo el código.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5993" y="3657600"/>
            <a:ext cx="4160520" cy="26060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5993" y="3657600"/>
            <a:ext cx="416052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025" y="3913632"/>
            <a:ext cx="3648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FÍJATE 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025" y="428853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" y="4480560"/>
            <a:ext cx="3648456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Cita fichero y línea: ábrelo con Ctrl+G.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Si usa docs/antiguo, ese manual tiene tres afirmaciones falsas.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Cambio de tema: /clear.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1554480"/>
            <a:ext cx="7031736" cy="4709160"/>
          </a:xfrm>
          <a:prstGeom prst="roundRect">
            <a:avLst>
              <a:gd name="adj" fmla="val 4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1691639"/>
            <a:ext cx="63093" cy="443484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4064" y="1691639"/>
            <a:ext cx="64830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0"/>
              </a:lnSpc>
              <a:spcAft>
                <a:spcPts val="600"/>
              </a:spcAft>
              <a:buNone/>
            </a:pPr>
            <a:r>
              <a:rPr sz="1150" b="1" i="0">
                <a:solidFill>
                  <a:srgbClr val="8C8F94"/>
                </a:solidFill>
                <a:latin typeface="Roboto"/>
                <a:cs typeface="Roboto"/>
              </a:rPr>
              <a:t>CLAUDE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4064" y="1993391"/>
            <a:ext cx="6528816" cy="416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En modo plan, sin editar: explícame qué hace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@src/Ayudas.Web/Legacy/Justificaciones y con qué colabora.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Limítate a Ayudas.Web y cita fichero y línea en cada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afirmación. Formato: lista breve y, al final, lo que no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has podido confirmar.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1">
                <a:solidFill>
                  <a:srgbClr val="9AA0A6"/>
                </a:solidFill>
                <a:latin typeface="Consolas"/>
                <a:cs typeface="Consolas"/>
              </a:rPr>
              <a:t># Visual Studio: Ctrl+G a una línea citada y comprobar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/clear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01.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Cuando el agente se equivoca al explorar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Los fallos típicos son previsibles; contrastar dos líneas cuesta menos que arreglar un cambio.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3657600" cy="384048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FALLOS TÍPICOS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2240280"/>
            <a:ext cx="3145536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Fichero o método que no existe.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Repite lo que dice una documentación antigua.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Generaliza: «todos los controladores usan servicios».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Respuesta vaga cuando la pregunta abarca demasiado.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4761" y="1417320"/>
            <a:ext cx="3657600" cy="384048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4761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0793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CÓMO SE DETECTAN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0793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0793" y="2240280"/>
            <a:ext cx="3145536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Pide fichero y línea y abre dos al azar.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Pregunta «¿cómo lo sabes?» o «¿dónde lo ves?».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Compara con lo que ves en Visual Studio.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Acota la carpeta y repite.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3529" y="1417320"/>
            <a:ext cx="3657600" cy="384048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3529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9561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CÓMO SE EVITAN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9561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9561" y="2240280"/>
            <a:ext cx="3145536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Preguntas cortas, una por escalón.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@carpeta para acotar.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Un CLAUDE.md que diga qué documentación no es fiable.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Sesión limpia (/clear) al cambiar de tema.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993" y="5486400"/>
            <a:ext cx="11375136" cy="621792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5993" y="5614416"/>
            <a:ext cx="63093" cy="36576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609" y="5577840"/>
            <a:ext cx="108264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Objetivo: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que la costumbre de contrastar sea automática antes de pedir el primer cambio.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" name="Marcador de posición de imagen 9" descr="Pantalla de computadora con imágen de hombre&#10;&#10;Descripción generada automáticamente con confianza baja">
            <a:extLst>
              <a:ext uri="{FF2B5EF4-FFF2-40B4-BE49-F238E27FC236}">
                <a16:creationId xmlns:a16="http://schemas.microsoft.com/office/drawing/2014/main" id="{83596E15-F685-AC94-1D84-AE98EE694EB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0"/>
          <a:stretch/>
        </p:blipFill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E6FE86D-E44A-4ED2-2C61-0FF2C8F89C5F}"/>
              </a:ext>
            </a:extLst>
          </p:cNvPr>
          <p:cNvSpPr/>
          <p:nvPr/>
        </p:nvSpPr>
        <p:spPr>
          <a:xfrm>
            <a:off x="5667441" y="2202052"/>
            <a:ext cx="138620" cy="38633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5E2F29-49BC-3F1F-F309-99916A7D3700}"/>
              </a:ext>
            </a:extLst>
          </p:cNvPr>
          <p:cNvSpPr txBox="1"/>
          <p:nvPr/>
        </p:nvSpPr>
        <p:spPr>
          <a:xfrm>
            <a:off x="6377389" y="3884451"/>
            <a:ext cx="5443227" cy="7487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533"/>
              </a:spcBef>
              <a:defRPr/>
            </a:pPr>
            <a:r>
              <a:rPr lang="es-ES" sz="21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Mapa del código y de los puntos de entrada de la solución Ayudas</a:t>
            </a:r>
            <a:endParaRPr lang="ru-RU" sz="2133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8C5833B-92DA-6CAE-5AB1-19CF26D11FF0}"/>
              </a:ext>
            </a:extLst>
          </p:cNvPr>
          <p:cNvSpPr/>
          <p:nvPr/>
        </p:nvSpPr>
        <p:spPr>
          <a:xfrm>
            <a:off x="941" y="2010523"/>
            <a:ext cx="5806179" cy="19459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E6CFC6-0960-2253-54EA-66B55ED36238}"/>
              </a:ext>
            </a:extLst>
          </p:cNvPr>
          <p:cNvSpPr txBox="1"/>
          <p:nvPr/>
        </p:nvSpPr>
        <p:spPr>
          <a:xfrm>
            <a:off x="750654" y="4702897"/>
            <a:ext cx="4761765" cy="6950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4666"/>
              </a:lnSpc>
              <a:defRPr/>
            </a:pPr>
            <a:r>
              <a:rPr lang="en-US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Práctica 01</a:t>
            </a: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/>
            </a:r>
            <a:endParaRPr lang="en-US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01.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Práctica 01 · Mapa del 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Práctica (30 min, individual): arrancar Claude Code sobre la solución Ayudas y obtener un mapa fiable del código.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5993" y="1371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E2001A"/>
                </a:solidFill>
                <a:latin typeface="Roboto"/>
                <a:cs typeface="Roboto"/>
              </a:rPr>
              <a:t>PASOS DE LA PRÁCTICA</a:t>
            </a:r>
          </a:p>
        </p:txBody>
      </p:sp>
      <p:sp>
        <p:nvSpPr>
          <p:cNvPr id="8" name="Oval 7"/>
          <p:cNvSpPr/>
          <p:nvPr/>
        </p:nvSpPr>
        <p:spPr>
          <a:xfrm>
            <a:off x="429768" y="1801368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801368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934" y="2240279"/>
            <a:ext cx="22860" cy="132587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1783080"/>
            <a:ext cx="6473952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3A3D42"/>
                </a:solidFill>
                <a:latin typeface="Roboto"/>
                <a:cs typeface="Roboto"/>
              </a:rPr>
              <a:t>Prepara:</a:t>
            </a: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 clona el repositorio y crea la rama practica/b1 (git switch -c practica/b1).</a:t>
            </a:r>
          </a:p>
        </p:txBody>
      </p:sp>
      <p:sp>
        <p:nvSpPr>
          <p:cNvPr id="12" name="Oval 11"/>
          <p:cNvSpPr/>
          <p:nvPr/>
        </p:nvSpPr>
        <p:spPr>
          <a:xfrm>
            <a:off x="429768" y="2418588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418588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934" y="2857500"/>
            <a:ext cx="22860" cy="132587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5" y="2400300"/>
            <a:ext cx="6473952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3A3D42"/>
                </a:solidFill>
                <a:latin typeface="Roboto"/>
                <a:cs typeface="Roboto"/>
              </a:rPr>
              <a:t>Arranca:</a:t>
            </a: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 claude en la raíz de la solución y /status.</a:t>
            </a:r>
          </a:p>
        </p:txBody>
      </p:sp>
      <p:sp>
        <p:nvSpPr>
          <p:cNvPr id="16" name="Oval 15"/>
          <p:cNvSpPr/>
          <p:nvPr/>
        </p:nvSpPr>
        <p:spPr>
          <a:xfrm>
            <a:off x="429768" y="3035808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3035808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934" y="3474720"/>
            <a:ext cx="22860" cy="132587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3017520"/>
            <a:ext cx="6473952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3A3D42"/>
                </a:solidFill>
                <a:latin typeface="Roboto"/>
                <a:cs typeface="Roboto"/>
              </a:rPr>
              <a:t>Explora en modo plan:</a:t>
            </a: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 proyectos, capas y referencias.</a:t>
            </a:r>
          </a:p>
        </p:txBody>
      </p:sp>
      <p:sp>
        <p:nvSpPr>
          <p:cNvPr id="20" name="Oval 19"/>
          <p:cNvSpPr/>
          <p:nvPr/>
        </p:nvSpPr>
        <p:spPr>
          <a:xfrm>
            <a:off x="429768" y="3653027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3653027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934" y="4091939"/>
            <a:ext cx="22860" cy="132587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5" y="3634739"/>
            <a:ext cx="6473952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3A3D42"/>
                </a:solidFill>
                <a:latin typeface="Roboto"/>
                <a:cs typeface="Roboto"/>
              </a:rPr>
              <a:t>Puntos de entrada:</a:t>
            </a: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 rutas, controladores y middleware desde src/Ayudas.Web/Program.cs.</a:t>
            </a:r>
          </a:p>
        </p:txBody>
      </p:sp>
      <p:sp>
        <p:nvSpPr>
          <p:cNvPr id="24" name="Oval 23"/>
          <p:cNvSpPr/>
          <p:nvPr/>
        </p:nvSpPr>
        <p:spPr>
          <a:xfrm>
            <a:off x="429768" y="4270247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4270247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934" y="4709159"/>
            <a:ext cx="22860" cy="132587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5" y="4251959"/>
            <a:ext cx="6473952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3A3D42"/>
                </a:solidFill>
                <a:latin typeface="Roboto"/>
                <a:cs typeface="Roboto"/>
              </a:rPr>
              <a:t>Dependencias:</a:t>
            </a: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 quién usa IRemesaRepository y quién usa AyudasDbContext fuera de Infrastructure.</a:t>
            </a:r>
          </a:p>
        </p:txBody>
      </p:sp>
      <p:sp>
        <p:nvSpPr>
          <p:cNvPr id="28" name="Oval 27"/>
          <p:cNvSpPr/>
          <p:nvPr/>
        </p:nvSpPr>
        <p:spPr>
          <a:xfrm>
            <a:off x="429768" y="4887467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4887467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5" y="4869179"/>
            <a:ext cx="6473952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3A3D42"/>
                </a:solidFill>
                <a:latin typeface="Roboto"/>
                <a:cs typeface="Roboto"/>
              </a:rPr>
              <a:t>Contrasta:</a:t>
            </a: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 abre dos ficheros citados y comprueba que la respuesta coincide.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27264" y="1417320"/>
            <a:ext cx="3959352" cy="21945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27264" y="1417320"/>
            <a:ext cx="3959352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3296" y="1673352"/>
            <a:ext cx="34472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CHECKLIST DE SALIDA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83296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83296" y="2240280"/>
            <a:ext cx="344728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54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250" b="0" i="0">
                <a:solidFill>
                  <a:srgbClr val="3A3D42"/>
                </a:solidFill>
                <a:latin typeface="Roboto"/>
                <a:cs typeface="Roboto"/>
              </a:rPr>
              <a:t>Mapa de proyectos y capas.</a:t>
            </a:r>
          </a:p>
          <a:p>
            <a:pPr algn="l" marL="180000" indent="-180000">
              <a:lnSpc>
                <a:spcPts val="154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250" b="0" i="0">
                <a:solidFill>
                  <a:srgbClr val="3A3D42"/>
                </a:solidFill>
                <a:latin typeface="Roboto"/>
                <a:cs typeface="Roboto"/>
              </a:rPr>
              <a:t>Puntos de entrada con fichero y línea.</a:t>
            </a:r>
          </a:p>
          <a:p>
            <a:pPr algn="l" marL="180000" indent="-180000">
              <a:lnSpc>
                <a:spcPts val="154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250" b="0" i="0">
                <a:solidFill>
                  <a:srgbClr val="3A3D42"/>
                </a:solidFill>
                <a:latin typeface="Roboto"/>
                <a:cs typeface="Roboto"/>
              </a:rPr>
              <a:t>Dependencias de los servicios principales.</a:t>
            </a:r>
          </a:p>
          <a:p>
            <a:pPr algn="l" marL="180000" indent="-180000">
              <a:lnSpc>
                <a:spcPts val="154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250" b="0" i="0">
                <a:solidFill>
                  <a:srgbClr val="3A3D42"/>
                </a:solidFill>
                <a:latin typeface="Roboto"/>
                <a:cs typeface="Roboto"/>
              </a:rPr>
              <a:t>Una afirmación verificada a mano.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27264" y="3730752"/>
            <a:ext cx="3959352" cy="17373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27264" y="3730752"/>
            <a:ext cx="3959352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83296" y="3986784"/>
            <a:ext cx="34472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SI ALGO FALLA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83296" y="4361688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83296" y="4553712"/>
            <a:ext cx="344728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Respuesta vaga: acota la carpeta.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Fichero inventado: compruébalo.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Sin acceso: revisa /status.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5993" y="5577840"/>
            <a:ext cx="11375136" cy="64008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5993" y="5705855"/>
            <a:ext cx="63093" cy="384047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609" y="5669279"/>
            <a:ext cx="10826496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Objetivo: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que cada participante tenga un mapa fiable del proyecto antes de pedir el primer cambio.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01.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Puesta en común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Diez minutos: qué habéis encontrado y qué os ha costado comprobar.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5586983" cy="388620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417320"/>
            <a:ext cx="5586983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1673352"/>
            <a:ext cx="50749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PREGUNTAS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2240280"/>
            <a:ext cx="5074919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¿Cuántos proyectos tiene la solución y cuál arranca la web?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¿Algún controlador se salta la capa de servicios?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¿Qué afirmación resultó falsa al abrir el fichero?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¿Qué pregunta tuviste que reformular?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4145" y="1417320"/>
            <a:ext cx="5586983" cy="388620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4145" y="1417320"/>
            <a:ext cx="5586983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0177" y="1673352"/>
            <a:ext cx="50749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LO QUE DEBERÍA HABER SALIDO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50177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0177" y="2240280"/>
            <a:ext cx="5074919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7 proyectos: 5 en src y 2 de tests.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Web: src/Ayudas.Web/Program.cs, con la ruta por defecto y las vistas de Legacy.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RemesasController usa AyudasDbContext directamente.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Legacy/Justificaciones accede a datos con SQL propio.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5993" y="5486400"/>
            <a:ext cx="11375136" cy="621792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5993" y="5614416"/>
            <a:ext cx="63093" cy="36576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609" y="5577840"/>
            <a:ext cx="108264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Para llevarse: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el mapa no lo hace Claude por ti: lo hacéis juntos, y tú compruebas.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28032" cy="6858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57984"/>
            <a:ext cx="128016" cy="2542032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9202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B L O Q U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4028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00"/>
              </a:lnSpc>
              <a:spcAft>
                <a:spcPts val="600"/>
              </a:spcAft>
              <a:buNone/>
            </a:pPr>
            <a:r>
              <a:rPr sz="12000" b="1" i="0">
                <a:solidFill>
                  <a:srgbClr val="E2001A"/>
                </a:solidFill>
                <a:latin typeface="Roboto"/>
                <a:cs typeface="Roboto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16052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Aft>
                <a:spcPts val="600"/>
              </a:spcAft>
              <a:buNone/>
            </a:pPr>
            <a:r>
              <a:rPr sz="1900" b="0" i="0">
                <a:solidFill>
                  <a:srgbClr val="BDBDBD"/>
                </a:solidFill>
                <a:latin typeface="Roboto"/>
                <a:cs typeface="Roboto"/>
              </a:rPr>
              <a:t>2 h de formación · hoy, la primera hora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58968" y="1371600"/>
            <a:ext cx="6309360" cy="1371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670"/>
              </a:lnSpc>
              <a:spcAft>
                <a:spcPts val="600"/>
              </a:spcAft>
              <a:buNone/>
            </a:pPr>
            <a:r>
              <a:rPr sz="3800" b="1" i="0">
                <a:solidFill>
                  <a:srgbClr val="1D1D1B"/>
                </a:solidFill>
                <a:latin typeface="Roboto"/>
                <a:cs typeface="Roboto"/>
              </a:rPr>
              <a:t>Instrucciones, reglas y permisos del proyecto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58968" y="2880360"/>
            <a:ext cx="713232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58968" y="3154680"/>
            <a:ext cx="63093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90"/>
              </a:lnSpc>
              <a:spcAft>
                <a:spcPts val="800"/>
              </a:spcAft>
              <a:buNone/>
            </a:pPr>
            <a:r>
              <a:rPr sz="1700" b="1" i="0">
                <a:solidFill>
                  <a:srgbClr val="E2001A"/>
                </a:solidFill>
                <a:latin typeface="Roboto"/>
                <a:cs typeface="Roboto"/>
              </a:rPr>
              <a:t>•  </a:t>
            </a:r>
            <a:r>
              <a:rPr sz="1700" b="0" i="0">
                <a:solidFill>
                  <a:srgbClr val="3A3D42"/>
                </a:solidFill>
                <a:latin typeface="Roboto"/>
                <a:cs typeface="Roboto"/>
              </a:rPr>
              <a:t>CLAUDE.md: qué incluir, qué no y el comando /init</a:t>
            </a:r>
          </a:p>
          <a:p>
            <a:pPr algn="l">
              <a:lnSpc>
                <a:spcPts val="2090"/>
              </a:lnSpc>
              <a:spcAft>
                <a:spcPts val="800"/>
              </a:spcAft>
              <a:buNone/>
            </a:pPr>
            <a:r>
              <a:rPr sz="1700" b="1" i="0">
                <a:solidFill>
                  <a:srgbClr val="E2001A"/>
                </a:solidFill>
                <a:latin typeface="Roboto"/>
                <a:cs typeface="Roboto"/>
              </a:rPr>
              <a:t>•  </a:t>
            </a:r>
            <a:r>
              <a:rPr sz="1700" b="0" i="0">
                <a:solidFill>
                  <a:srgbClr val="3A3D42"/>
                </a:solidFill>
                <a:latin typeface="Roboto"/>
                <a:cs typeface="Roboto"/>
              </a:rPr>
              <a:t>Memoria por niveles: usuario, proyecto y subcarpetas</a:t>
            </a:r>
          </a:p>
          <a:p>
            <a:pPr algn="l">
              <a:lnSpc>
                <a:spcPts val="2090"/>
              </a:lnSpc>
              <a:spcAft>
                <a:spcPts val="800"/>
              </a:spcAft>
              <a:buNone/>
            </a:pPr>
            <a:r>
              <a:rPr sz="1700" b="1" i="0">
                <a:solidFill>
                  <a:srgbClr val="E2001A"/>
                </a:solidFill>
                <a:latin typeface="Roboto"/>
                <a:cs typeface="Roboto"/>
              </a:rPr>
              <a:t>•  </a:t>
            </a:r>
            <a:r>
              <a:rPr sz="1700" b="0" i="0">
                <a:solidFill>
                  <a:srgbClr val="3A3D42"/>
                </a:solidFill>
                <a:latin typeface="Roboto"/>
                <a:cs typeface="Roboto"/>
              </a:rPr>
              <a:t>Permisos, modos y settings.json (sesión 2)</a:t>
            </a:r>
          </a:p>
          <a:p>
            <a:pPr algn="l">
              <a:lnSpc>
                <a:spcPts val="2090"/>
              </a:lnSpc>
              <a:spcAft>
                <a:spcPts val="800"/>
              </a:spcAft>
              <a:buNone/>
            </a:pPr>
            <a:r>
              <a:rPr sz="1700" b="1" i="0">
                <a:solidFill>
                  <a:srgbClr val="E2001A"/>
                </a:solidFill>
                <a:latin typeface="Roboto"/>
                <a:cs typeface="Roboto"/>
              </a:rPr>
              <a:t>•  </a:t>
            </a:r>
            <a:r>
              <a:rPr sz="1700" b="0" i="0">
                <a:solidFill>
                  <a:srgbClr val="3A3D42"/>
                </a:solidFill>
                <a:latin typeface="Roboto"/>
                <a:cs typeface="Roboto"/>
              </a:rPr>
              <a:t>Datos sensibles (sesión 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58968" y="5559552"/>
            <a:ext cx="6336792" cy="640080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58968" y="5650992"/>
            <a:ext cx="63093" cy="4572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5605272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E2001A"/>
                </a:solidFill>
                <a:latin typeface="Roboto"/>
                <a:cs typeface="Roboto"/>
              </a:rPr>
              <a:t>Práctica:  </a:t>
            </a:r>
            <a:r>
              <a:rPr sz="1400" b="0" i="0">
                <a:solidFill>
                  <a:srgbClr val="1D1D1B"/>
                </a:solidFill>
                <a:latin typeface="Roboto"/>
                <a:cs typeface="Roboto"/>
              </a:rPr>
              <a:t>CLAUDE.md del proyecto hoy; política de permisos mínima en la sesión 2.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02.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Qué es CLAUDE.md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CLAUDE.md se carga al inicio de cada sesión: es la incorporación al proyecto que Claude lee siempre.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5586983" cy="3749039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417320"/>
            <a:ext cx="5586983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1673352"/>
            <a:ext cx="50749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QUÉ 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2240280"/>
            <a:ext cx="5074919" cy="278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Un fichero Markdown en la raíz del repositorio.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Se versiona y se revisa en las PR como el código.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Se suma a las instrucciones del sistema en cada sesión.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Lo comparte todo el equipo.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4145" y="1417320"/>
            <a:ext cx="5586983" cy="3749039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4145" y="1417320"/>
            <a:ext cx="5586983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0177" y="1673352"/>
            <a:ext cx="50749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QUÉ NO 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50177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0177" y="2240280"/>
            <a:ext cx="5074919" cy="278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No es documentación para personas: es contexto para el agente.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No es una orden: si algo es obligatorio, va en permisos o hooks.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No es el sitio de los secretos ni de los datos reales.</a:t>
            </a:r>
          </a:p>
          <a:p>
            <a:pPr algn="l" marL="180000" indent="-180000">
              <a:lnSpc>
                <a:spcPts val="172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No es la memoria automática (MEMORY.md), que escribe Claude.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5993" y="5394960"/>
            <a:ext cx="11375136" cy="68580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5993" y="5522976"/>
            <a:ext cx="63093" cy="429768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609" y="5486400"/>
            <a:ext cx="1082649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Por qué importa: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cada sesión arranca sin memoria del proyecto. Lo que no esté en CLAUDE.md lo tendrá que buscar o adivinar.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02.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Qué incluir y qué 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Cuanto más corto y comprobable, más se cumple.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5586983" cy="393192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417320"/>
            <a:ext cx="5586983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1673352"/>
            <a:ext cx="50749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QUÉ INCLUIR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2240280"/>
            <a:ext cx="5074919" cy="2971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Comandos exactos: dotnet build, dotnet test, recrear la BD (.\scripts\reset-bd.ps1), arrancar web y API.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Arquitectura en pocas líneas: proyectos, capas y dónde va cada tipo de clase.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Convenciones comprobables: «los controladores no usan AyudasDbContext», no «buenas prácticas».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Lo que no es obvio: el interceptor de auditoría, Legacy/, docs/antiguo/.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4145" y="1417320"/>
            <a:ext cx="5586983" cy="393192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4145" y="1417320"/>
            <a:ext cx="5586983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0177" y="1673352"/>
            <a:ext cx="50749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QUÉ NO INCLUIR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50177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0177" y="2240280"/>
            <a:ext cx="5074919" cy="2971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Lo que Claude deduce leyendo el código o lo que ya impone el linter.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Documentación larga: referénciala con @docs/arquitectura.md.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Reglas que no se pueden saltar (no hacer push a main): van en un hook o en permisos.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Secretos, cadenas de conexión o datos personales.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5993" y="5532120"/>
            <a:ext cx="11375136" cy="621792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5993" y="5660136"/>
            <a:ext cx="63093" cy="36576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609" y="5623559"/>
            <a:ext cx="108264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Tamaño: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menos de 200 líneas. Si crece, pártelo en .claude/rules/ o en un CLAUDE.md de carpeta.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02.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/init: generar el borrador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/init analiza el repositorio y escribe un primer CLAUDE.md. Es un borrador, no el resultado.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481328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2366" y="1920240"/>
            <a:ext cx="22860" cy="265175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463040"/>
            <a:ext cx="523951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3A3D42"/>
                </a:solidFill>
                <a:latin typeface="Roboto"/>
                <a:cs typeface="Roboto"/>
              </a:rPr>
              <a:t>Genera:</a:t>
            </a: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 /init y espera a que lea el repositorio.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31136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31136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2366" y="2670048"/>
            <a:ext cx="22860" cy="265175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2212848"/>
            <a:ext cx="523951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3A3D42"/>
                </a:solidFill>
                <a:latin typeface="Roboto"/>
                <a:cs typeface="Roboto"/>
              </a:rPr>
              <a:t>Lee:</a:t>
            </a: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 qué ha deducido y qué ha inventado.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980944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80944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2366" y="3419856"/>
            <a:ext cx="22860" cy="265175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2962656"/>
            <a:ext cx="523951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3A3D42"/>
                </a:solidFill>
                <a:latin typeface="Roboto"/>
                <a:cs typeface="Roboto"/>
              </a:rPr>
              <a:t>Recorta:</a:t>
            </a: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 fuera lo obvio («usa C#») y lo falso.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3730752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30752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2366" y="4169664"/>
            <a:ext cx="22860" cy="265175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3712464"/>
            <a:ext cx="523951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3A3D42"/>
                </a:solidFill>
                <a:latin typeface="Roboto"/>
                <a:cs typeface="Roboto"/>
              </a:rPr>
              <a:t>Completa:</a:t>
            </a: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 comandos de BD, zonas prohibidas, no obvios.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4480559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480559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462272"/>
            <a:ext cx="523951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0"/>
              </a:lnSpc>
              <a:spcAft>
                <a:spcPts val="600"/>
              </a:spcAft>
              <a:buNone/>
            </a:pPr>
            <a:r>
              <a:rPr sz="1400" b="1" i="0">
                <a:solidFill>
                  <a:srgbClr val="3A3D42"/>
                </a:solidFill>
                <a:latin typeface="Roboto"/>
                <a:cs typeface="Roboto"/>
              </a:rPr>
              <a:t>Versiona:</a:t>
            </a:r>
            <a:r>
              <a:rPr sz="1400" b="0" i="0">
                <a:solidFill>
                  <a:srgbClr val="3A3D42"/>
                </a:solidFill>
                <a:latin typeface="Roboto"/>
                <a:cs typeface="Roboto"/>
              </a:rPr>
              <a:t> commit y revisión en la PR como cualquier fichero.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1417320"/>
            <a:ext cx="5248656" cy="233172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37960" y="1417320"/>
            <a:ext cx="5248656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93992" y="1673352"/>
            <a:ext cx="47365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PREGUNTAS DE CONTROL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93992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93992" y="2240280"/>
            <a:ext cx="4736592" cy="137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¿Dice cómo recrear la base de datos?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¿Dice que Legacy/ no se modifica?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¿Cada convención se puede comprobar?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37960" y="3931920"/>
            <a:ext cx="5248656" cy="1417320"/>
          </a:xfrm>
          <a:prstGeom prst="roundRect">
            <a:avLst>
              <a:gd name="adj" fmla="val 4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37960" y="4069080"/>
            <a:ext cx="63093" cy="1143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67144" y="4069080"/>
            <a:ext cx="47000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0"/>
              </a:lnSpc>
              <a:spcAft>
                <a:spcPts val="600"/>
              </a:spcAft>
              <a:buNone/>
            </a:pPr>
            <a:r>
              <a:rPr sz="1150" b="1" i="0">
                <a:solidFill>
                  <a:srgbClr val="8C8F94"/>
                </a:solidFill>
                <a:latin typeface="Roboto"/>
                <a:cs typeface="Roboto"/>
              </a:rPr>
              <a:t>CLAUDE CODE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67144" y="4370831"/>
            <a:ext cx="4745736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E2001A"/>
                </a:solidFill>
                <a:latin typeface="Consolas"/>
                <a:cs typeface="Consolas"/>
              </a:rPr>
              <a:t>&gt; </a:t>
            </a:r>
            <a:r>
              <a:rPr sz="1300" b="0" i="0">
                <a:solidFill>
                  <a:srgbClr val="FFFFFF"/>
                </a:solidFill>
                <a:latin typeface="Consolas"/>
                <a:cs typeface="Consolas"/>
              </a:rPr>
              <a:t>/init</a:t>
            </a:r>
          </a:p>
          <a:p>
            <a:pPr algn="l">
              <a:lnSpc>
                <a:spcPts val="1720"/>
              </a:lnSpc>
              <a:spcAft>
                <a:spcPts val="0"/>
              </a:spcAft>
              <a:buNone/>
            </a:pPr>
            <a:r>
              <a:rPr sz="1300" b="1" i="0">
                <a:solidFill>
                  <a:srgbClr val="E2001A"/>
                </a:solidFill>
                <a:latin typeface="Consolas"/>
                <a:cs typeface="Consolas"/>
              </a:rPr>
              <a:t>&gt; </a:t>
            </a:r>
            <a:r>
              <a:rPr sz="1300" b="0" i="0">
                <a:solidFill>
                  <a:srgbClr val="FFFFFF"/>
                </a:solidFill>
                <a:latin typeface="Consolas"/>
                <a:cs typeface="Consolas"/>
              </a:rPr>
              <a:t>/memory</a:t>
            </a:r>
            <a:r>
              <a:rPr sz="1300" b="0" i="0">
                <a:solidFill>
                  <a:srgbClr val="9AA0A6"/>
                </a:solidFill>
                <a:latin typeface="Consolas"/>
                <a:cs typeface="Consolas"/>
              </a:rPr>
              <a:t>           # abrirlo y editarlo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5993" y="5532120"/>
            <a:ext cx="11375136" cy="621792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5993" y="5660136"/>
            <a:ext cx="63093" cy="36576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2609" y="5623559"/>
            <a:ext cx="108264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Si ya existe: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/init propone mejoras sobre el CLAUDE.md actual en lugar de reescribirlo.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02.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Un CLAUDE.md que funciona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Extracto del CLAUDE.md de referencia de la solución Ayudas.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371600"/>
            <a:ext cx="6949440" cy="4846320"/>
          </a:xfrm>
          <a:prstGeom prst="roundRect">
            <a:avLst>
              <a:gd name="adj" fmla="val 4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508760"/>
            <a:ext cx="63093" cy="457200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5177" y="150876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0"/>
              </a:lnSpc>
              <a:spcAft>
                <a:spcPts val="600"/>
              </a:spcAft>
              <a:buNone/>
            </a:pPr>
            <a:r>
              <a:rPr sz="1150" b="1" i="0">
                <a:solidFill>
                  <a:srgbClr val="8C8F94"/>
                </a:solidFill>
                <a:latin typeface="Roboto"/>
                <a:cs typeface="Roboto"/>
              </a:rPr>
              <a:t>CLAUDE.MD (EXTRACTO)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77" y="1810512"/>
            <a:ext cx="644652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1">
                <a:solidFill>
                  <a:srgbClr val="9AA0A6"/>
                </a:solidFill>
                <a:latin typeface="Consolas"/>
                <a:cs typeface="Consolas"/>
              </a:rPr>
              <a:t>## Comandos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- Compilar: dotnet build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- Tests: dotnet test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- Recrear la BD: .\scripts\reset-bd.ps1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- Web: dotnet run --project src/Ayudas.Web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1">
                <a:solidFill>
                  <a:srgbClr val="9AA0A6"/>
                </a:solidFill>
                <a:latin typeface="Consolas"/>
                <a:cs typeface="Consolas"/>
              </a:rPr>
              <a:t>## Convenciones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- Los controladores no usan AyudasDbContext: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  llaman a un servicio de Ayudas.Application.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- Los servicios devuelven DTOs, no entidades.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- Consultas EF: AsNoTracking y filtrar en BD.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1">
                <a:solidFill>
                  <a:srgbClr val="9AA0A6"/>
                </a:solidFill>
                <a:latin typeface="Consolas"/>
                <a:cs typeface="Consolas"/>
              </a:rPr>
              <a:t>## Cosas que no son obvias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- AuditoriaInterceptor rellena FechaModificacion.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1">
                <a:solidFill>
                  <a:srgbClr val="9AA0A6"/>
                </a:solidFill>
                <a:latin typeface="Consolas"/>
                <a:cs typeface="Consolas"/>
              </a:rPr>
              <a:t>## No tocar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- src/Ayudas.Web/Legacy/  (solo leer)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371600"/>
            <a:ext cx="4197096" cy="484632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4197096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1627632"/>
            <a:ext cx="36850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POR QUÉ FUNCIONA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45552" y="200253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45552" y="2194560"/>
            <a:ext cx="3685031" cy="388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Comandos que se copian y funcionan.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Reglas que se pueden comprobar en un diff.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Lo no obvio, explicado en una línea.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Lo prohibido, con ruta exacta.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/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Demo 4 · /init y qué recortar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5993" y="960120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5993" y="96012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Roboto"/>
                <a:cs typeface="Roboto"/>
              </a:rPr>
              <a:t>DEMO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987552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5F6368"/>
                </a:solidFill>
                <a:latin typeface="Roboto"/>
                <a:cs typeface="Roboto"/>
              </a:rPr>
              <a:t>10 min · rama main (sin CLAUDE.md)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5993" y="1554480"/>
            <a:ext cx="4160520" cy="19659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5993" y="1554480"/>
            <a:ext cx="416052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1810512"/>
            <a:ext cx="3648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PARA QUÉ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025" y="218541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" y="2377440"/>
            <a:ext cx="364845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Ver qué deduce /init de un repositorio real y qué hay que quitar antes de versionarlo.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5993" y="3657600"/>
            <a:ext cx="4160520" cy="26060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5993" y="3657600"/>
            <a:ext cx="416052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025" y="3913632"/>
            <a:ext cx="3648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FÍJATE 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025" y="428853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" y="4480560"/>
            <a:ext cx="3648456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Busca una cosa falsa y una obvia.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¿Dice cómo recrear la BD?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¿Dice que Legacy/ no se toca?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No se guarda: lo hacéis vosotros en la práctica.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1554480"/>
            <a:ext cx="7031736" cy="4709160"/>
          </a:xfrm>
          <a:prstGeom prst="roundRect">
            <a:avLst>
              <a:gd name="adj" fmla="val 4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1691639"/>
            <a:ext cx="63093" cy="443484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4064" y="1691639"/>
            <a:ext cx="64830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0"/>
              </a:lnSpc>
              <a:spcAft>
                <a:spcPts val="600"/>
              </a:spcAft>
              <a:buNone/>
            </a:pPr>
            <a:r>
              <a:rPr sz="1150" b="1" i="0">
                <a:solidFill>
                  <a:srgbClr val="8C8F94"/>
                </a:solidFill>
                <a:latin typeface="Roboto"/>
                <a:cs typeface="Roboto"/>
              </a:rPr>
              <a:t>CLAUDE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4064" y="1993391"/>
            <a:ext cx="6528816" cy="416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claude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/init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1">
                <a:solidFill>
                  <a:srgbClr val="9AA0A6"/>
                </a:solidFill>
                <a:latin typeface="Consolas"/>
                <a:cs typeface="Consolas"/>
              </a:rPr>
              <a:t># leer en voz alta: tamaño, lo falso, lo obvio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¿Qué has deducido sin poder comprobarlo?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/exit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git restore .</a:t>
            </a:r>
            <a:r>
              <a:rPr sz="1250" b="0" i="0">
                <a:solidFill>
                  <a:srgbClr val="9AA0A6"/>
                </a:solidFill>
                <a:latin typeface="Consolas"/>
                <a:cs typeface="Consolas"/>
              </a:rPr>
              <a:t>        # se queda sin CLAUDE.md para la práctica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02.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Memoria por niveles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Todos los CLAUDE.md aplicables se cargan juntos y se suman; ninguno pisa a otro.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3657600" cy="301752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1. USUARIO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2240280"/>
            <a:ext cx="3145536" cy="2057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~/.claude/CLAUDE.md: tus preferencias en todos los proyectos.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Idioma, estilo de explicación, formato de commits.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No se comparte con el equipo.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4761" y="1417320"/>
            <a:ext cx="3657600" cy="301752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4761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0793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2. PROYECTO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0793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0793" y="2240280"/>
            <a:ext cx="3145536" cy="2057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CLAUDE.md en la raíz, versionado.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Comandos, arquitectura y convenciones del equipo.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CLAUDE.local.md: tus notas de este repo, fuera de Git.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3529" y="1417320"/>
            <a:ext cx="3657600" cy="301752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3529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9561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3. SUBCARPETAS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9561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9561" y="2240280"/>
            <a:ext cx="3145536" cy="20573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CLAUDE.md dentro de una carpeta concreta.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Se carga cuando Claude lee ficheros de esa carpeta.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Reglas locales: el módulo heredado, los tests.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993" y="4617720"/>
            <a:ext cx="11375136" cy="1600200"/>
          </a:xfrm>
          <a:prstGeom prst="roundRect">
            <a:avLst>
              <a:gd name="adj" fmla="val 4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5993" y="4754880"/>
            <a:ext cx="63093" cy="132588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" y="4754880"/>
            <a:ext cx="108264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0"/>
              </a:lnSpc>
              <a:spcAft>
                <a:spcPts val="600"/>
              </a:spcAft>
              <a:buNone/>
            </a:pPr>
            <a:r>
              <a:rPr sz="1150" b="1" i="0">
                <a:solidFill>
                  <a:srgbClr val="8C8F94"/>
                </a:solidFill>
                <a:latin typeface="Roboto"/>
                <a:cs typeface="Roboto"/>
              </a:rPr>
              <a:t>UBICACIONES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177" y="5056631"/>
            <a:ext cx="1087221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%USERPROFILE%\.claude\CLAUDE.md</a:t>
            </a:r>
            <a:r>
              <a:rPr sz="1200" b="0" i="0">
                <a:solidFill>
                  <a:srgbClr val="9AA0A6"/>
                </a:solidFill>
                <a:latin typeface="Consolas"/>
                <a:cs typeface="Consolas"/>
              </a:rPr>
              <a:t>                              # usuario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C:\repos\carver-claude-code-dot-net\CLAUDE.md</a:t>
            </a:r>
            <a:r>
              <a:rPr sz="1200" b="0" i="0">
                <a:solidFill>
                  <a:srgbClr val="9AA0A6"/>
                </a:solidFill>
                <a:latin typeface="Consolas"/>
                <a:cs typeface="Consolas"/>
              </a:rPr>
              <a:t>                 # proyecto (Git)</a:t>
            </a:r>
          </a:p>
          <a:p>
            <a:pPr algn="l">
              <a:lnSpc>
                <a:spcPts val="1580"/>
              </a:lnSpc>
              <a:spcAft>
                <a:spcPts val="0"/>
              </a:spcAft>
              <a:buNone/>
            </a:pPr>
            <a:r>
              <a:rPr sz="1200" b="0" i="0">
                <a:solidFill>
                  <a:srgbClr val="FFFFFF"/>
                </a:solidFill>
                <a:latin typeface="Consolas"/>
                <a:cs typeface="Consolas"/>
              </a:rPr>
              <a:t>C:\repos\carver-claude-code-dot-net\src\Ayudas.Web\Legacy\CLAUDE.md</a:t>
            </a:r>
            <a:r>
              <a:rPr sz="1200" b="0" i="0">
                <a:solidFill>
                  <a:srgbClr val="9AA0A6"/>
                </a:solidFill>
                <a:latin typeface="Consolas"/>
                <a:cs typeface="Consolas"/>
              </a:rPr>
              <a:t>   # subcarpeta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02.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Memoria automática frente a CLAUDE.md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Claude también guarda notas por su cuenta; no es lo mismo que el CLAUDE.md del equipo.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2033" y="1417320"/>
            <a:ext cx="4297680" cy="384048"/>
          </a:xfrm>
          <a:prstGeom prst="roundRect">
            <a:avLst>
              <a:gd name="adj" fmla="val 12000"/>
            </a:avLst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2033" y="1417320"/>
            <a:ext cx="42976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MEMORIA AUTOMÁTICA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1153" y="1417320"/>
            <a:ext cx="4334256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1153" y="1417320"/>
            <a:ext cx="433425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40"/>
              </a:lnSpc>
              <a:spcAft>
                <a:spcPts val="600"/>
              </a:spcAft>
              <a:buNone/>
            </a:pPr>
            <a:r>
              <a:rPr sz="1250" b="1" i="0">
                <a:solidFill>
                  <a:srgbClr val="FFFFFF"/>
                </a:solidFill>
                <a:latin typeface="Roboto"/>
                <a:cs typeface="Roboto"/>
              </a:rPr>
              <a:t>CLAUDE.MD DEL PROYECTO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5993" y="1892808"/>
            <a:ext cx="11375136" cy="603503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3153" y="1929384"/>
            <a:ext cx="2286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Quién la escribe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3473" y="1929384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Claude, cuando cree que algo es útil o se lo pides con «recuerda que…»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2593" y="1929384"/>
            <a:ext cx="415137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El equipo, o Claude cuando se lo pides con «añade al CLAUDE.md…»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5993" y="2551176"/>
            <a:ext cx="11375136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3153" y="2587752"/>
            <a:ext cx="2286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Dónde vive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3473" y="2587752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En tu perfil de usuario (MEMORY.md como índice)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2593" y="2587752"/>
            <a:ext cx="415137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En el repositorio, versionado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5993" y="3209544"/>
            <a:ext cx="11375136" cy="603503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3153" y="3246120"/>
            <a:ext cx="2286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Quién la 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3473" y="3246120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Solo tú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2593" y="3246120"/>
            <a:ext cx="415137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Todo el equipo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5993" y="3867911"/>
            <a:ext cx="11375136" cy="60350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153" y="3904487"/>
            <a:ext cx="2286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Para qué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3473" y="3904487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Preferencias y aprendizajes personales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2593" y="3904487"/>
            <a:ext cx="415137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Reglas y comandos del proyecto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5993" y="4526279"/>
            <a:ext cx="11375136" cy="603503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3153" y="4562855"/>
            <a:ext cx="2286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1D1D1B"/>
                </a:solidFill>
                <a:latin typeface="Roboto"/>
                <a:cs typeface="Roboto"/>
              </a:rPr>
              <a:t>Cómo se revisa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3473" y="4562855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/memory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2593" y="4562855"/>
            <a:ext cx="415137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/memory y en la PR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5993" y="5623560"/>
            <a:ext cx="11375136" cy="566928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5993" y="5751576"/>
            <a:ext cx="63093" cy="31089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609" y="5715000"/>
            <a:ext cx="108264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Ojo: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nada de secretos en ninguna de las dos. La memoria automática guarda lo que cree útil.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02.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Cuando CLAUDE.md crece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Partir en piezas mantiene el fichero principal corto sin perder información.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3657600" cy="324612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@IMPORTS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2240280"/>
            <a:ext cx="3145536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Referencia otro fichero: @docs/arquitectura.md.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Se carga entero: no lo uses con documentos largos.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Útil para un glosario o la guía de estilo.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4761" y="1417320"/>
            <a:ext cx="3657600" cy="324612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4761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0793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.CLAUDE/RULES/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0793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0793" y="2240280"/>
            <a:ext cx="3145536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Varios .md con reglas por tema: tests, EF, vistas.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Se descubren solos, también en subcarpetas.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Pueden limitarse a ciertas rutas.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3529" y="1417320"/>
            <a:ext cx="3657600" cy="324612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3529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9561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CLAUDE.MD DE CARPETA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9561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9561" y="2240280"/>
            <a:ext cx="3145536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Solo para ese módulo.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Se carga cuando Claude trabaja allí.</a:t>
            </a:r>
          </a:p>
          <a:p>
            <a:pPr algn="l" marL="180000" indent="-180000">
              <a:lnSpc>
                <a:spcPts val="166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Ideal para Legacy/ o el proyecto de tests.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993" y="4937760"/>
            <a:ext cx="11375136" cy="621792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5993" y="5065776"/>
            <a:ext cx="63093" cy="36576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609" y="5029200"/>
            <a:ext cx="108264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Regla práctica: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lo que todos necesitan siempre, en CLAUDE.md; lo de una zona, junto a esa zona.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/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Demo 5 · Memoria por niveles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5993" y="960120"/>
            <a:ext cx="1371600" cy="384048"/>
          </a:xfrm>
          <a:prstGeom prst="roundRect">
            <a:avLst>
              <a:gd name="adj" fmla="val 12000"/>
            </a:avLst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5993" y="96012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FFFFFF"/>
                </a:solidFill>
                <a:latin typeface="Roboto"/>
                <a:cs typeface="Roboto"/>
              </a:rPr>
              <a:t>DEMO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987552"/>
            <a:ext cx="98755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5F6368"/>
                </a:solidFill>
                <a:latin typeface="Roboto"/>
                <a:cs typeface="Roboto"/>
              </a:rPr>
              <a:t>10 min · rama main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5993" y="1554480"/>
            <a:ext cx="4160520" cy="19659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5993" y="1554480"/>
            <a:ext cx="416052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1810512"/>
            <a:ext cx="3648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PARA QUÉ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025" y="218541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" y="2377440"/>
            <a:ext cx="364845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Ver el efecto de cada sitio donde se dejan instrucciones y dónde acaba lo que le pides recordar.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5993" y="3657600"/>
            <a:ext cx="4160520" cy="26060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5993" y="3657600"/>
            <a:ext cx="416052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025" y="3913632"/>
            <a:ext cx="3648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FÍJATE 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025" y="428853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" y="4480560"/>
            <a:ext cx="3648456" cy="1645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Usuario: se aplica siempre, en todos tus repos.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Subcarpeta: entra cuando Claude lee (Read) un fichero de allí.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«Recuerda…» → memoria automática; «Añade al CLAUDE.md…» → Git.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1554480"/>
            <a:ext cx="7031736" cy="4709160"/>
          </a:xfrm>
          <a:prstGeom prst="roundRect">
            <a:avLst>
              <a:gd name="adj" fmla="val 4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1691639"/>
            <a:ext cx="63093" cy="4434840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84064" y="1691639"/>
            <a:ext cx="648309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0"/>
              </a:lnSpc>
              <a:spcAft>
                <a:spcPts val="600"/>
              </a:spcAft>
              <a:buNone/>
            </a:pPr>
            <a:r>
              <a:rPr sz="1150" b="1" i="0">
                <a:solidFill>
                  <a:srgbClr val="8C8F94"/>
                </a:solidFill>
                <a:latin typeface="Roboto"/>
                <a:cs typeface="Roboto"/>
              </a:rPr>
              <a:t>POWERSHELL Y CLAUDE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4064" y="1993391"/>
            <a:ext cx="6528816" cy="416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Set-Content $HOME\.claude\CLAUDE.md "Termina con «Fuentes:»…"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¿Dónde se registran los servicios de la web?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1">
                <a:solidFill>
                  <a:srgbClr val="9AA0A6"/>
                </a:solidFill>
                <a:latin typeface="Consolas"/>
                <a:cs typeface="Consolas"/>
              </a:rPr>
              <a:t>#   → acaba en «Fuentes: …Program.cs»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Set-Content src\Ayudas.Web\Legacy\CLAUDE.md "- No se modifica: solo se lee."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Lee tú mismo, con Read, …/Legacy/…/JustificacionFila.cs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1">
                <a:solidFill>
                  <a:srgbClr val="9AA0A6"/>
                </a:solidFill>
                <a:latin typeface="Consolas"/>
                <a:cs typeface="Consolas"/>
              </a:rPr>
              <a:t>#   → Loaded …\Legacy\CLAUDE.md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Renombra Observaciones de JustificacionFila a Notas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1">
                <a:solidFill>
                  <a:srgbClr val="9AA0A6"/>
                </a:solidFill>
                <a:latin typeface="Consolas"/>
                <a:cs typeface="Consolas"/>
              </a:rPr>
              <a:t>#   → no lo cambia y cita la norma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Recuerda que la web arranca en el puerto 5080.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/memory</a:t>
            </a:r>
            <a:r>
              <a:rPr sz="1250" b="0" i="0">
                <a:solidFill>
                  <a:srgbClr val="9AA0A6"/>
                </a:solidFill>
                <a:latin typeface="Consolas"/>
                <a:cs typeface="Consolas"/>
              </a:rPr>
              <a:t>          # MEMORY.md, fuera de Git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0" i="0">
                <a:solidFill>
                  <a:srgbClr val="F6C445"/>
                </a:solidFill>
                <a:latin typeface="Consolas"/>
                <a:cs typeface="Consolas"/>
              </a:rPr>
              <a:t>« Añade al CLAUDE.md del proyecto que arranca en 5080</a:t>
            </a:r>
          </a:p>
          <a:p>
            <a:pPr algn="l">
              <a:lnSpc>
                <a:spcPts val="1650"/>
              </a:lnSpc>
              <a:spcAft>
                <a:spcPts val="0"/>
              </a:spcAft>
              <a:buNone/>
            </a:pPr>
            <a:r>
              <a:rPr sz="1250" b="1" i="0">
                <a:solidFill>
                  <a:srgbClr val="E2001A"/>
                </a:solidFill>
                <a:latin typeface="Consolas"/>
                <a:cs typeface="Consolas"/>
              </a:rPr>
              <a:t>PS&gt; </a:t>
            </a:r>
            <a:r>
              <a:rPr sz="1250" b="0" i="0">
                <a:solidFill>
                  <a:srgbClr val="FFFFFF"/>
                </a:solidFill>
                <a:latin typeface="Consolas"/>
                <a:cs typeface="Consolas"/>
              </a:rPr>
              <a:t>git status</a:t>
            </a:r>
            <a:r>
              <a:rPr sz="1250" b="0" i="0">
                <a:solidFill>
                  <a:srgbClr val="9AA0A6"/>
                </a:solidFill>
                <a:latin typeface="Consolas"/>
                <a:cs typeface="Consolas"/>
              </a:rPr>
              <a:t>     # ?? CLAUDE.md: esto va al equipo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0" name="Marcador de posición de imagen 9" descr="Pantalla de computadora con imágen de hombre&#10;&#10;Descripción generada automáticamente con confianza baja">
            <a:extLst>
              <a:ext uri="{FF2B5EF4-FFF2-40B4-BE49-F238E27FC236}">
                <a16:creationId xmlns:a16="http://schemas.microsoft.com/office/drawing/2014/main" id="{83596E15-F685-AC94-1D84-AE98EE694EB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0"/>
          <a:stretch/>
        </p:blipFill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E6FE86D-E44A-4ED2-2C61-0FF2C8F89C5F}"/>
              </a:ext>
            </a:extLst>
          </p:cNvPr>
          <p:cNvSpPr/>
          <p:nvPr/>
        </p:nvSpPr>
        <p:spPr>
          <a:xfrm>
            <a:off x="5667441" y="2202052"/>
            <a:ext cx="138620" cy="386337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5E2F29-49BC-3F1F-F309-99916A7D3700}"/>
              </a:ext>
            </a:extLst>
          </p:cNvPr>
          <p:cNvSpPr txBox="1"/>
          <p:nvPr/>
        </p:nvSpPr>
        <p:spPr>
          <a:xfrm>
            <a:off x="6377389" y="3884451"/>
            <a:ext cx="5443227" cy="7487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ts val="533"/>
              </a:spcBef>
              <a:defRPr/>
            </a:pPr>
            <a:r>
              <a:rPr lang="es-ES" sz="2133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 CLAUDE.md del proyecto (los permisos, en la sesión 2)</a:t>
            </a:r>
            <a:endParaRPr lang="ru-RU" sz="2133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8C5833B-92DA-6CAE-5AB1-19CF26D11FF0}"/>
              </a:ext>
            </a:extLst>
          </p:cNvPr>
          <p:cNvSpPr/>
          <p:nvPr/>
        </p:nvSpPr>
        <p:spPr>
          <a:xfrm>
            <a:off x="941" y="2010523"/>
            <a:ext cx="5806179" cy="19459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E6CFC6-0960-2253-54EA-66B55ED36238}"/>
              </a:ext>
            </a:extLst>
          </p:cNvPr>
          <p:cNvSpPr txBox="1"/>
          <p:nvPr/>
        </p:nvSpPr>
        <p:spPr>
          <a:xfrm>
            <a:off x="750654" y="4702897"/>
            <a:ext cx="4761765" cy="6950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4666"/>
              </a:lnSpc>
              <a:defRPr/>
            </a:pPr>
            <a:r>
              <a:rPr lang="en-US" sz="4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Práctica 02-a</a:t>
            </a:r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/>
            </a:r>
            <a:endParaRPr lang="en-US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02.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Práctica 02-a · CLAUDE.md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Práctica (25 min, individual): redactar el CLAUDE.md de la solución Ayudas. La política de permisos, en la sesión 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5993" y="13716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0"/>
              </a:lnSpc>
              <a:spcAft>
                <a:spcPts val="600"/>
              </a:spcAft>
              <a:buNone/>
            </a:pPr>
            <a:r>
              <a:rPr sz="1300" b="1" i="0">
                <a:solidFill>
                  <a:srgbClr val="E2001A"/>
                </a:solidFill>
                <a:latin typeface="Roboto"/>
                <a:cs typeface="Roboto"/>
              </a:rPr>
              <a:t>PASOS DE LA PRÁCTICA</a:t>
            </a:r>
          </a:p>
        </p:txBody>
      </p:sp>
      <p:sp>
        <p:nvSpPr>
          <p:cNvPr id="8" name="Oval 7"/>
          <p:cNvSpPr/>
          <p:nvPr/>
        </p:nvSpPr>
        <p:spPr>
          <a:xfrm>
            <a:off x="429768" y="1801368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801368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934" y="2240279"/>
            <a:ext cx="22860" cy="132587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1783080"/>
            <a:ext cx="6473952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3A3D42"/>
                </a:solidFill>
                <a:latin typeface="Roboto"/>
                <a:cs typeface="Roboto"/>
              </a:rPr>
              <a:t>Genera el borrador:</a:t>
            </a: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 /init y lee lo que ha deducido.</a:t>
            </a:r>
          </a:p>
        </p:txBody>
      </p:sp>
      <p:sp>
        <p:nvSpPr>
          <p:cNvPr id="12" name="Oval 11"/>
          <p:cNvSpPr/>
          <p:nvPr/>
        </p:nvSpPr>
        <p:spPr>
          <a:xfrm>
            <a:off x="429768" y="2418588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418588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934" y="2857500"/>
            <a:ext cx="22860" cy="132587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5" y="2400300"/>
            <a:ext cx="6473952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3A3D42"/>
                </a:solidFill>
                <a:latin typeface="Roboto"/>
                <a:cs typeface="Roboto"/>
              </a:rPr>
              <a:t>Recorta:</a:t>
            </a: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 deja comandos, arquitectura y convenciones; quita lo obvio y lo falso.</a:t>
            </a:r>
          </a:p>
        </p:txBody>
      </p:sp>
      <p:sp>
        <p:nvSpPr>
          <p:cNvPr id="16" name="Oval 15"/>
          <p:cNvSpPr/>
          <p:nvPr/>
        </p:nvSpPr>
        <p:spPr>
          <a:xfrm>
            <a:off x="429768" y="3035808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3035808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934" y="3474720"/>
            <a:ext cx="22860" cy="132587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3017520"/>
            <a:ext cx="6473952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3A3D42"/>
                </a:solidFill>
                <a:latin typeface="Roboto"/>
                <a:cs typeface="Roboto"/>
              </a:rPr>
              <a:t>Reglas comprobables:</a:t>
            </a: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 «los controladores no usan AyudasDbContext», «no se modifica src/Ayudas.Web/Legacy/».</a:t>
            </a:r>
          </a:p>
        </p:txBody>
      </p:sp>
      <p:sp>
        <p:nvSpPr>
          <p:cNvPr id="20" name="Oval 19"/>
          <p:cNvSpPr/>
          <p:nvPr/>
        </p:nvSpPr>
        <p:spPr>
          <a:xfrm>
            <a:off x="429768" y="3653027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3653027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934" y="4091939"/>
            <a:ext cx="22860" cy="132587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5" y="3634739"/>
            <a:ext cx="6473952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3A3D42"/>
                </a:solidFill>
                <a:latin typeface="Roboto"/>
                <a:cs typeface="Roboto"/>
              </a:rPr>
              <a:t>Completa:</a:t>
            </a: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 cómo recrear la BD y qué documentación no es fiable (docs/antiguo/).</a:t>
            </a:r>
          </a:p>
        </p:txBody>
      </p:sp>
      <p:sp>
        <p:nvSpPr>
          <p:cNvPr id="24" name="Oval 23"/>
          <p:cNvSpPr/>
          <p:nvPr/>
        </p:nvSpPr>
        <p:spPr>
          <a:xfrm>
            <a:off x="429768" y="4270247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4270247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934" y="4709159"/>
            <a:ext cx="22860" cy="132587"/>
          </a:xfrm>
          <a:prstGeom prst="rect">
            <a:avLst/>
          </a:prstGeom>
          <a:solidFill>
            <a:srgbClr val="E4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5" y="4251959"/>
            <a:ext cx="6473952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3A3D42"/>
                </a:solidFill>
                <a:latin typeface="Roboto"/>
                <a:cs typeface="Roboto"/>
              </a:rPr>
              <a:t>Prueba:</a:t>
            </a: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 sesión nueva; pregunta cómo se ejecutan los tests y qué no se puede tocar.</a:t>
            </a:r>
          </a:p>
        </p:txBody>
      </p:sp>
      <p:sp>
        <p:nvSpPr>
          <p:cNvPr id="28" name="Oval 27"/>
          <p:cNvSpPr/>
          <p:nvPr/>
        </p:nvSpPr>
        <p:spPr>
          <a:xfrm>
            <a:off x="429768" y="4887467"/>
            <a:ext cx="393192" cy="393192"/>
          </a:xfrm>
          <a:prstGeom prst="ellipse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4887467"/>
            <a:ext cx="3931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39"/>
              </a:lnSpc>
              <a:spcAft>
                <a:spcPts val="60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Roboto"/>
                <a:cs typeface="Roboto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5" y="4869179"/>
            <a:ext cx="6473952" cy="5623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0"/>
              </a:lnSpc>
              <a:spcAft>
                <a:spcPts val="600"/>
              </a:spcAft>
              <a:buNone/>
            </a:pPr>
            <a:r>
              <a:rPr sz="1350" b="1" i="0">
                <a:solidFill>
                  <a:srgbClr val="3A3D42"/>
                </a:solidFill>
                <a:latin typeface="Roboto"/>
                <a:cs typeface="Roboto"/>
              </a:rPr>
              <a:t>Versiona:</a:t>
            </a:r>
            <a:r>
              <a:rPr sz="1350" b="0" i="0">
                <a:solidFill>
                  <a:srgbClr val="3A3D42"/>
                </a:solidFill>
                <a:latin typeface="Roboto"/>
                <a:cs typeface="Roboto"/>
              </a:rPr>
              <a:t> git add CLAUDE.md y commit en practica/b1.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27264" y="1417320"/>
            <a:ext cx="3959352" cy="21945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27264" y="1417320"/>
            <a:ext cx="3959352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3296" y="1673352"/>
            <a:ext cx="34472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CHECKLIST DE SALIDA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83296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83296" y="2240280"/>
            <a:ext cx="344728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Menos de 200 líneas.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Build, tests y BD correctos.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Legacy/ y docs/antiguo/ marcados.</a:t>
            </a:r>
          </a:p>
          <a:p>
            <a:pPr algn="l" marL="180000" indent="-180000">
              <a:lnSpc>
                <a:spcPts val="160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300" b="0" i="0">
                <a:solidFill>
                  <a:srgbClr val="3A3D42"/>
                </a:solidFill>
                <a:latin typeface="Roboto"/>
                <a:cs typeface="Roboto"/>
              </a:rPr>
              <a:t>Nada falso.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27264" y="3730752"/>
            <a:ext cx="3959352" cy="173736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27264" y="3730752"/>
            <a:ext cx="3959352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83296" y="3986784"/>
            <a:ext cx="344728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SI ALGO FALLA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83296" y="4361688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83296" y="4553712"/>
            <a:ext cx="344728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0000" indent="-180000">
              <a:lnSpc>
                <a:spcPts val="141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150" b="0" i="0">
                <a:solidFill>
                  <a:srgbClr val="3A3D42"/>
                </a:solidFill>
                <a:latin typeface="Roboto"/>
                <a:cs typeface="Roboto"/>
              </a:rPr>
              <a:t>/init muy largo: recorta.</a:t>
            </a:r>
          </a:p>
          <a:p>
            <a:pPr algn="l" marL="180000" indent="-180000">
              <a:lnSpc>
                <a:spcPts val="141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150" b="0" i="0">
                <a:solidFill>
                  <a:srgbClr val="3A3D42"/>
                </a:solidFill>
                <a:latin typeface="Roboto"/>
                <a:cs typeface="Roboto"/>
              </a:rPr>
              <a:t>Regla ignorada: concrétala.</a:t>
            </a:r>
          </a:p>
          <a:p>
            <a:pPr algn="l" marL="180000" indent="-180000">
              <a:lnSpc>
                <a:spcPts val="1410"/>
              </a:lnSpc>
              <a:spcAft>
                <a:spcPts val="600"/>
              </a:spcAft>
              <a:buClr>
                <a:srgbClr val="E2001A"/>
              </a:buClr>
              <a:buFont typeface="Arial"/>
              <a:buChar char="▪"/>
            </a:pPr>
            <a:r>
              <a:rPr sz="1150" b="0" i="0">
                <a:solidFill>
                  <a:srgbClr val="3A3D42"/>
                </a:solidFill>
                <a:latin typeface="Roboto"/>
                <a:cs typeface="Roboto"/>
              </a:rPr>
              <a:t>«Recuerda que…» fue a la memoria automática.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5993" y="5577840"/>
            <a:ext cx="11375136" cy="640080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5993" y="5705855"/>
            <a:ext cx="63093" cy="384047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609" y="5669279"/>
            <a:ext cx="10826496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Objetivo: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que cada sesión arranque con las mismas reglas para todo el equipo.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101" cy="7370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7006"/>
            <a:ext cx="12191695" cy="51206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47120" cy="73700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  <a:buNone/>
            </a:pPr>
            <a:r>
              <a:rPr sz="2600" b="1" i="0">
                <a:solidFill>
                  <a:srgbClr val="E2001A"/>
                </a:solidFill>
                <a:latin typeface="Roboto"/>
                <a:cs typeface="Roboto"/>
              </a:rPr>
              <a:t>00. </a:t>
            </a:r>
            <a:r>
              <a:rPr sz="2600" b="1" i="0">
                <a:solidFill>
                  <a:srgbClr val="FFFFFF"/>
                </a:solidFill>
                <a:latin typeface="Roboto"/>
                <a:cs typeface="Roboto"/>
              </a:rPr>
              <a:t>Cierre de la sesión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993" y="941832"/>
            <a:ext cx="11375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Tres ideas para llevarse y lo que viene.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993" y="1417320"/>
            <a:ext cx="3657600" cy="23774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5993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CONTEXTO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" y="2240280"/>
            <a:ext cx="3145536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El agente solo sabe lo que entra en su contexto: CLAUDE.md, ficheros y comandos.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4761" y="1417320"/>
            <a:ext cx="3657600" cy="23774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64761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0793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PLAN ANTES DE EDITAR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0793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0793" y="2240280"/>
            <a:ext cx="3145536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Explorar y planificar es lo más barato; el comportamiento esperado lo decides tú.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3529" y="1417320"/>
            <a:ext cx="3657600" cy="23774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3529" y="1417320"/>
            <a:ext cx="3657600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9561" y="1673352"/>
            <a:ext cx="31455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FICHERO Y LÍNEA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9561" y="204825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9561" y="2240280"/>
            <a:ext cx="3145536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39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3A3D42"/>
                </a:solidFill>
                <a:latin typeface="Roboto"/>
                <a:cs typeface="Roboto"/>
              </a:rPr>
              <a:t>Pide pruebas de cada afirmación y contrasta en Visual Studio.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993" y="4023360"/>
            <a:ext cx="11375136" cy="1463040"/>
          </a:xfrm>
          <a:prstGeom prst="roundRect">
            <a:avLst>
              <a:gd name="adj" fmla="val 3000"/>
            </a:avLst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5993" y="4023360"/>
            <a:ext cx="11375136" cy="5120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025" y="4279392"/>
            <a:ext cx="108630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1D1D1B"/>
                </a:solidFill>
                <a:latin typeface="Roboto"/>
                <a:cs typeface="Roboto"/>
              </a:rPr>
              <a:t>PRÓXIMA SESIÓN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025" y="4654296"/>
            <a:ext cx="512064" cy="38404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025" y="4846320"/>
            <a:ext cx="10863072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0" i="0">
                <a:solidFill>
                  <a:srgbClr val="3A3D42"/>
                </a:solidFill>
                <a:latin typeface="Roboto"/>
                <a:cs typeface="Roboto"/>
              </a:rPr>
              <a:t>Permisos y datos sensibles · contexto y tokens · primeros comandos propios. Rama s2-inicio: .\scripts\empezar-sesion.ps1 -Sesion 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5993" y="5623560"/>
            <a:ext cx="11375136" cy="566928"/>
          </a:xfrm>
          <a:prstGeom prst="roundRect">
            <a:avLst>
              <a:gd name="adj" fmla="val 6000"/>
            </a:avLst>
          </a:prstGeom>
          <a:solidFill>
            <a:srgbClr val="1D1D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5993" y="5751576"/>
            <a:ext cx="63093" cy="310896"/>
          </a:xfrm>
          <a:prstGeom prst="rect">
            <a:avLst/>
          </a:prstGeom>
          <a:solidFill>
            <a:srgbClr val="E20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" y="5715000"/>
            <a:ext cx="1082649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80"/>
              </a:lnSpc>
              <a:spcAft>
                <a:spcPts val="600"/>
              </a:spcAft>
              <a:buNone/>
            </a:pPr>
            <a:r>
              <a:rPr sz="1450" b="1" i="0">
                <a:solidFill>
                  <a:srgbClr val="E2001A"/>
                </a:solidFill>
                <a:latin typeface="Roboto"/>
                <a:cs typeface="Roboto"/>
              </a:rPr>
              <a:t>Antes de iros:  </a:t>
            </a:r>
            <a:r>
              <a:rPr sz="1450" b="0" i="0">
                <a:solidFill>
                  <a:srgbClr val="FFFFFF"/>
                </a:solidFill>
                <a:latin typeface="Roboto"/>
                <a:cs typeface="Roboto"/>
              </a:rPr>
              <a:t>commit de vuestro CLAUDE.md en practica/b1.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ángulo 2">
            <a:extLst>
              <a:ext uri="{FF2B5EF4-FFF2-40B4-BE49-F238E27FC236}">
                <a16:creationId xmlns:a16="http://schemas.microsoft.com/office/drawing/2014/main" id="{9D7E1B79-5D00-DA4F-22F0-472CD6E6C83A}"/>
              </a:ext>
            </a:extLst>
          </p:cNvPr>
          <p:cNvSpPr/>
          <p:nvPr/>
        </p:nvSpPr>
        <p:spPr>
          <a:xfrm>
            <a:off x="-1022" y="0"/>
            <a:ext cx="12192081" cy="6858000"/>
          </a:xfrm>
          <a:prstGeom prst="rect">
            <a:avLst/>
          </a:prstGeom>
          <a:solidFill>
            <a:srgbClr val="3636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20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5" name="TextBox 2">
            <a:extLst>
              <a:ext uri="{FF2B5EF4-FFF2-40B4-BE49-F238E27FC236}">
                <a16:creationId xmlns:a16="http://schemas.microsoft.com/office/drawing/2014/main" id="{1AFEA576-CC9D-460D-B5B9-BBFA6E749231}"/>
              </a:ext>
            </a:extLst>
          </p:cNvPr>
          <p:cNvSpPr txBox="1"/>
          <p:nvPr/>
        </p:nvSpPr>
        <p:spPr>
          <a:xfrm>
            <a:off x="1808963" y="1712393"/>
            <a:ext cx="8404766" cy="732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770">
              <a:lnSpc>
                <a:spcPts val="4666"/>
              </a:lnSpc>
              <a:defRPr/>
            </a:pPr>
            <a:r>
              <a:rPr lang="en-US" sz="5866" dirty="0">
                <a:solidFill>
                  <a:prstClr val="white">
                    <a:lumMod val="95000"/>
                  </a:prstClr>
                </a:solidFill>
                <a:latin typeface="Roboto Black" pitchFamily="2" charset="0"/>
                <a:ea typeface="Roboto Black" pitchFamily="2" charset="0"/>
              </a:rPr>
              <a:t>Gracias</a:t>
            </a:r>
          </a:p>
        </p:txBody>
      </p:sp>
      <p:sp>
        <p:nvSpPr>
          <p:cNvPr id="56" name="TextBox 3">
            <a:extLst>
              <a:ext uri="{FF2B5EF4-FFF2-40B4-BE49-F238E27FC236}">
                <a16:creationId xmlns:a16="http://schemas.microsoft.com/office/drawing/2014/main" id="{FB220130-65F8-4D24-BAB6-4FF74A2D4562}"/>
              </a:ext>
            </a:extLst>
          </p:cNvPr>
          <p:cNvSpPr txBox="1"/>
          <p:nvPr/>
        </p:nvSpPr>
        <p:spPr>
          <a:xfrm>
            <a:off x="3499251" y="2498974"/>
            <a:ext cx="5024191" cy="1020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770">
              <a:lnSpc>
                <a:spcPct val="150000"/>
              </a:lnSpc>
              <a:spcBef>
                <a:spcPts val="533"/>
              </a:spcBef>
              <a:defRPr/>
            </a:pPr>
            <a:endParaRPr lang="en-US" sz="1200" dirty="0">
              <a:solidFill>
                <a:prstClr val="white">
                  <a:lumMod val="75000"/>
                </a:prst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 defTabSz="304770">
              <a:lnSpc>
                <a:spcPct val="150000"/>
              </a:lnSpc>
              <a:spcBef>
                <a:spcPts val="533"/>
              </a:spcBef>
              <a:defRPr/>
            </a:pPr>
            <a:r>
              <a:rPr lang="en-US" sz="1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We</a:t>
            </a:r>
            <a:r>
              <a:rPr lang="en-US" sz="1200" b="1" dirty="0">
                <a:solidFill>
                  <a:prstClr val="white">
                    <a:lumMod val="75000"/>
                  </a:prstClr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</a:t>
            </a:r>
            <a:r>
              <a:rPr lang="en-US" sz="1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share our experience and passion to develop </a:t>
            </a:r>
          </a:p>
          <a:p>
            <a:pPr algn="ctr" defTabSz="304770">
              <a:lnSpc>
                <a:spcPct val="150000"/>
              </a:lnSpc>
              <a:spcBef>
                <a:spcPts val="533"/>
              </a:spcBef>
              <a:defRPr/>
            </a:pPr>
            <a:r>
              <a:rPr lang="en-US" sz="1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IT solutions that make your business grow</a:t>
            </a:r>
          </a:p>
        </p:txBody>
      </p:sp>
      <p:sp>
        <p:nvSpPr>
          <p:cNvPr id="57" name="Прямоугольник 4">
            <a:extLst>
              <a:ext uri="{FF2B5EF4-FFF2-40B4-BE49-F238E27FC236}">
                <a16:creationId xmlns:a16="http://schemas.microsoft.com/office/drawing/2014/main" id="{E09AEECA-F418-42CE-9FA7-AD582C56F10F}"/>
              </a:ext>
            </a:extLst>
          </p:cNvPr>
          <p:cNvSpPr/>
          <p:nvPr/>
        </p:nvSpPr>
        <p:spPr>
          <a:xfrm>
            <a:off x="-1022" y="2756533"/>
            <a:ext cx="138419" cy="175177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770">
              <a:defRPr/>
            </a:pPr>
            <a:endParaRPr lang="en-US" sz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8" name="Прямоугольник 5">
            <a:extLst>
              <a:ext uri="{FF2B5EF4-FFF2-40B4-BE49-F238E27FC236}">
                <a16:creationId xmlns:a16="http://schemas.microsoft.com/office/drawing/2014/main" id="{0924CCBE-A5DF-491D-A515-7F65DF8C1BDB}"/>
              </a:ext>
            </a:extLst>
          </p:cNvPr>
          <p:cNvSpPr/>
          <p:nvPr/>
        </p:nvSpPr>
        <p:spPr>
          <a:xfrm>
            <a:off x="12068680" y="2756533"/>
            <a:ext cx="138419" cy="175177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770">
              <a:defRPr/>
            </a:pPr>
            <a:endParaRPr lang="en-US" sz="1200">
              <a:solidFill>
                <a:prstClr val="white"/>
              </a:solidFill>
              <a:latin typeface="Calibri" panose="020F0502020204030204"/>
            </a:endParaRPr>
          </a:p>
        </p:txBody>
      </p:sp>
      <p:cxnSp>
        <p:nvCxnSpPr>
          <p:cNvPr id="6" name="Straight Connector 28">
            <a:extLst>
              <a:ext uri="{FF2B5EF4-FFF2-40B4-BE49-F238E27FC236}">
                <a16:creationId xmlns:a16="http://schemas.microsoft.com/office/drawing/2014/main" id="{2AB270BD-400A-44F4-844B-A5E800A6DDFE}"/>
              </a:ext>
            </a:extLst>
          </p:cNvPr>
          <p:cNvCxnSpPr>
            <a:cxnSpLocks/>
          </p:cNvCxnSpPr>
          <p:nvPr/>
        </p:nvCxnSpPr>
        <p:spPr>
          <a:xfrm>
            <a:off x="1719409" y="4995991"/>
            <a:ext cx="9511891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 2">
            <a:extLst>
              <a:ext uri="{FF2B5EF4-FFF2-40B4-BE49-F238E27FC236}">
                <a16:creationId xmlns:a16="http://schemas.microsoft.com/office/drawing/2014/main" id="{04590201-C066-4299-A1B3-68709D4831BE}"/>
              </a:ext>
            </a:extLst>
          </p:cNvPr>
          <p:cNvSpPr txBox="1">
            <a:spLocks/>
          </p:cNvSpPr>
          <p:nvPr/>
        </p:nvSpPr>
        <p:spPr>
          <a:xfrm>
            <a:off x="9363629" y="5312427"/>
            <a:ext cx="1867670" cy="1220982"/>
          </a:xfrm>
          <a:prstGeom prst="rect">
            <a:avLst/>
          </a:prstGeom>
        </p:spPr>
        <p:txBody>
          <a:bodyPr vert="horz" lIns="60953" tIns="30477" rIns="60953" bIns="30477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304770">
              <a:buNone/>
              <a:defRPr/>
            </a:pPr>
            <a:r>
              <a:rPr lang="en-US" sz="933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Barcelona</a:t>
            </a:r>
          </a:p>
          <a:p>
            <a:pPr marL="0" indent="0" algn="r" defTabSz="304770">
              <a:buNone/>
              <a:defRPr/>
            </a:pPr>
            <a:r>
              <a:rPr lang="en-US" sz="9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c/Paris 184, 08036 Barcelona</a:t>
            </a:r>
          </a:p>
          <a:p>
            <a:pPr marL="0" indent="0" algn="r" defTabSz="304770">
              <a:buNone/>
              <a:defRPr/>
            </a:pPr>
            <a:r>
              <a:rPr lang="en-US" sz="933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Tel:</a:t>
            </a:r>
            <a:r>
              <a:rPr lang="en-US" sz="9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932 385 880 </a:t>
            </a:r>
          </a:p>
          <a:p>
            <a:pPr marL="0" indent="0" algn="r" defTabSz="304770">
              <a:buNone/>
              <a:defRPr/>
            </a:pPr>
            <a:r>
              <a:rPr lang="en-US" sz="933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Fax:</a:t>
            </a:r>
            <a:r>
              <a:rPr lang="en-US" sz="9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932 385 881</a:t>
            </a:r>
          </a:p>
          <a:p>
            <a:pPr marL="0" indent="0" algn="r" defTabSz="304770">
              <a:buNone/>
              <a:defRPr/>
            </a:pPr>
            <a:r>
              <a:rPr lang="en-US" sz="9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info@carver-as.com</a:t>
            </a:r>
          </a:p>
          <a:p>
            <a:pPr marL="0" indent="0" algn="r" defTabSz="304770">
              <a:buNone/>
              <a:defRPr/>
            </a:pPr>
            <a:r>
              <a:rPr lang="en-US" sz="9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www.carver-as.com</a:t>
            </a:r>
          </a:p>
        </p:txBody>
      </p:sp>
      <p:pic>
        <p:nvPicPr>
          <p:cNvPr id="8" name="5 Imagen">
            <a:extLst>
              <a:ext uri="{FF2B5EF4-FFF2-40B4-BE49-F238E27FC236}">
                <a16:creationId xmlns:a16="http://schemas.microsoft.com/office/drawing/2014/main" id="{BA2D5578-3362-4142-8C56-A454E603FA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496" y="4508304"/>
            <a:ext cx="1337803" cy="245042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E03B041F-81AF-47F4-96BB-BBE87DC4BDE6}"/>
              </a:ext>
            </a:extLst>
          </p:cNvPr>
          <p:cNvSpPr txBox="1">
            <a:spLocks/>
          </p:cNvSpPr>
          <p:nvPr/>
        </p:nvSpPr>
        <p:spPr>
          <a:xfrm>
            <a:off x="6925606" y="5312427"/>
            <a:ext cx="2295689" cy="1220982"/>
          </a:xfrm>
          <a:prstGeom prst="rect">
            <a:avLst/>
          </a:prstGeom>
        </p:spPr>
        <p:txBody>
          <a:bodyPr vert="horz" lIns="60953" tIns="30477" rIns="60953" bIns="30477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304770">
              <a:buNone/>
              <a:defRPr/>
            </a:pPr>
            <a:r>
              <a:rPr lang="en-US" sz="933" b="1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Madrid</a:t>
            </a:r>
          </a:p>
          <a:p>
            <a:pPr marL="0" indent="0" algn="r" defTabSz="304770">
              <a:buNone/>
              <a:defRPr/>
            </a:pPr>
            <a:r>
              <a:rPr lang="en-US" sz="9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Centro de Negocios MEEU</a:t>
            </a:r>
          </a:p>
          <a:p>
            <a:pPr marL="0" indent="0" algn="r" defTabSz="304770">
              <a:buNone/>
              <a:defRPr/>
            </a:pPr>
            <a:r>
              <a:rPr lang="en-US" sz="9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Estación de Chamartín s/n 28036 Madrid</a:t>
            </a:r>
          </a:p>
          <a:p>
            <a:pPr marL="0" indent="0" algn="r" defTabSz="304770">
              <a:buNone/>
              <a:defRPr/>
            </a:pPr>
            <a:r>
              <a:rPr lang="en-US" sz="9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Tel. 91 826 50 26 ext.120</a:t>
            </a:r>
          </a:p>
          <a:p>
            <a:pPr marL="0" indent="0" algn="r" defTabSz="304770">
              <a:buNone/>
              <a:defRPr/>
            </a:pPr>
            <a:r>
              <a:rPr lang="en-US" sz="9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info@carver-as.com</a:t>
            </a:r>
          </a:p>
          <a:p>
            <a:pPr marL="0" indent="0" algn="r" defTabSz="304770">
              <a:buNone/>
              <a:defRPr/>
            </a:pPr>
            <a:r>
              <a:rPr lang="en-US" sz="933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www.carver-as.com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 [1786959983806]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6">
      <a:majorFont>
        <a:latin typeface="Roboto Black"/>
        <a:ea typeface=""/>
        <a:cs typeface=""/>
      </a:majorFont>
      <a:minorFont>
        <a:latin typeface="Roboto Light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B866254-D668-433D-ACFA-BB0DEDE33426}">
  <we:reference id="wa200010001" version="1.0.0.1" store="es-ES" storeType="OMEX"/>
  <we:alternateReferences>
    <we:reference id="wa200010001" version="1.0.0.1" store="es-ES" storeType="OMEX"/>
  </we:alternateReferences>
  <we:properties>
    <we:property name="claude.fileId" value="&quot;76d09609-fad7-49ea-8be9-a5a5a2677f7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14359</TotalTime>
  <Words>4289</Words>
  <Application>Microsoft Office PowerPoint</Application>
  <PresentationFormat>Panorámica</PresentationFormat>
  <Paragraphs>428</Paragraphs>
  <Slides>25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9" baseType="lpstr">
      <vt:lpstr>Arial</vt:lpstr>
      <vt:lpstr>Calibri</vt:lpstr>
      <vt:lpstr>Consolas</vt:lpstr>
      <vt:lpstr>Karla</vt:lpstr>
      <vt:lpstr>Open Sans</vt:lpstr>
      <vt:lpstr>Open Sans bold</vt:lpstr>
      <vt:lpstr>Open Sans Light</vt:lpstr>
      <vt:lpstr>Open Sans Semibold</vt:lpstr>
      <vt:lpstr>Poppins</vt:lpstr>
      <vt:lpstr>Poppins Light</vt:lpstr>
      <vt:lpstr>Roboto</vt:lpstr>
      <vt:lpstr>Roboto Black</vt:lpstr>
      <vt:lpstr>Roboto Light</vt:lpstr>
      <vt:lpstr>Тема Office [1786959983806]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Sergi Giné</dc:creator>
  <cp:lastModifiedBy>Jordi Tortosa</cp:lastModifiedBy>
  <cp:revision>1080</cp:revision>
  <cp:lastPrinted>2017-04-06T08:19:39Z</cp:lastPrinted>
  <dcterms:created xsi:type="dcterms:W3CDTF">2016-10-18T15:55:39Z</dcterms:created>
  <dcterms:modified xsi:type="dcterms:W3CDTF">2026-09-30T11:20:47Z</dcterms:modified>
</cp:coreProperties>
</file>