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1"/>
  </p:sldMasterIdLst>
  <p:notesMasterIdLst>
    <p:notesMasterId r:id="rId27"/>
  </p:notesMasterIdLst>
  <p:handoutMasterIdLst>
    <p:handoutMasterId r:id="rId28"/>
  </p:handoutMasterIdLst>
  <p:sldIdLst>
    <p:sldId id="1717" r:id="rId34"/>
    <p:sldId id="1718" r:id="rId35"/>
    <p:sldId id="1719" r:id="rId36"/>
    <p:sldId id="1720" r:id="rId37"/>
    <p:sldId id="1721" r:id="rId38"/>
    <p:sldId id="1722" r:id="rId39"/>
    <p:sldId id="1723" r:id="rId40"/>
    <p:sldId id="1724" r:id="rId41"/>
    <p:sldId id="1725" r:id="rId42"/>
    <p:sldId id="1726" r:id="rId43"/>
    <p:sldId id="1727" r:id="rId44"/>
    <p:sldId id="1728" r:id="rId45"/>
    <p:sldId id="1729" r:id="rId46"/>
    <p:sldId id="1730" r:id="rId47"/>
    <p:sldId id="1731" r:id="rId48"/>
    <p:sldId id="1732" r:id="rId49"/>
    <p:sldId id="1733" r:id="rId50"/>
    <p:sldId id="1734" r:id="rId51"/>
    <p:sldId id="1735" r:id="rId52"/>
    <p:sldId id="1736" r:id="rId53"/>
    <p:sldId id="1737" r:id="rId54"/>
    <p:sldId id="1738" r:id="rId55"/>
    <p:sldId id="1739" r:id="rId56"/>
    <p:sldId id="1740" r:id="rId57"/>
    <p:sldId id="1741" r:id="rId58"/>
    <p:sldId id="1742" r:id="rId59"/>
    <p:sldId id="1743" r:id="rId60"/>
    <p:sldId id="1744" r:id="rId61"/>
    <p:sldId id="1745" r:id="rId62"/>
    <p:sldId id="1746" r:id="rId63"/>
    <p:sldId id="1747" r:id="rId64"/>
    <p:sldId id="1748" r:id="rId65"/>
    <p:sldId id="1749" r:id="rId66"/>
    <p:sldId id="1750" r:id="rId67"/>
    <p:sldId id="1751" r:id="rId68"/>
    <p:sldId id="1752" r:id="rId69"/>
    <p:sldId id="1753" r:id="rId70"/>
    <p:sldId id="1754" r:id="rId71"/>
  </p:sldIdLst>
  <p:sldSz cx="12192000" cy="6858000"/>
  <p:notesSz cx="7102475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D9D9D9"/>
    <a:srgbClr val="D64E52"/>
    <a:srgbClr val="F7F7F7"/>
    <a:srgbClr val="969696"/>
    <a:srgbClr val="FFAFAF"/>
    <a:srgbClr val="C00000"/>
    <a:srgbClr val="8E0000"/>
    <a:srgbClr val="40404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2F12B-64AD-403F-8D17-982DEA746C1E}" v="39" dt="2019-10-11T08:44:59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2" autoAdjust="0"/>
    <p:restoredTop sz="93135" autoAdjust="0"/>
  </p:normalViewPr>
  <p:slideViewPr>
    <p:cSldViewPr>
      <p:cViewPr varScale="1">
        <p:scale>
          <a:sx n="103" d="100"/>
          <a:sy n="103" d="100"/>
        </p:scale>
        <p:origin x="113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430" y="-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3094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r">
              <a:defRPr sz="1300"/>
            </a:lvl1pPr>
          </a:lstStyle>
          <a:p>
            <a:fld id="{3F07DA9F-CA76-49C9-B7C3-FA1BDF031AF4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3094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r">
              <a:defRPr sz="1300"/>
            </a:lvl1pPr>
          </a:lstStyle>
          <a:p>
            <a:fld id="{EFD8BABF-2469-4859-AE72-650A49CDCA4D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424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3094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r">
              <a:defRPr sz="1300"/>
            </a:lvl1pPr>
          </a:lstStyle>
          <a:p>
            <a:fld id="{0E20E850-54E6-43BF-B49C-F7AD8E49FC59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8" rIns="99035" bIns="49518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10249" y="4861442"/>
            <a:ext cx="5681980" cy="4605576"/>
          </a:xfrm>
          <a:prstGeom prst="rect">
            <a:avLst/>
          </a:prstGeom>
        </p:spPr>
        <p:txBody>
          <a:bodyPr vert="horz" lIns="99035" tIns="49518" rIns="99035" bIns="4951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r">
              <a:defRPr sz="1300"/>
            </a:lvl1pPr>
          </a:lstStyle>
          <a:p>
            <a:fld id="{FB65C5E4-430F-43EB-9100-DC4EE34FC26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2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 s2-inicio. Comprueba antes: .\scripts\preparar-secretos.ps1 ejecutado, sin .claude/settings.json.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Tiempos orientativos. Descanso a la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preguntas rápidas al aula. Si alguien no tiene su CLAUDE.md, la rama s2-inicio trae el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Clave para Windows: sin Git for Windows, los comandos los ejecuta la herramienta PowerShell, no Bash.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Corrección al material genérico: hoy se arranca en auto, y aceptar ediciones también aprueba comandos de ficheros (incluido rm) dentro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clasificador es un segundo modelo; reduce interrupciones, pero no es una política del equipo: no sustituye a deny ni a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defaultMode en settings.json del proyecto fija el arranque para todo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omitir permisos solo en un contenedor desechable, sin root. Lo veremos en la sesión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reglas Bash y PowerShell se escriben por separado. La sintaxis con espacio y asterisco equivale a la antigua con dos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Rutas con ./ son relativas al proyecto. ** recorre subcarpetas.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configuración gestionada la despliega Sistemas y no se puede saltar. Es la vía para una política de organización.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clasificador de auto frena el script, pásate a Manual y acéptalo tú para enseñar el límite. Aunque sean ficticios: un secreto que llega a la conversación se considera expuesto.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mensaje que tienen que llevarse del bloque: capas de control, cada una con su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Team: sin entrenamiento con vuestro código, retención de 30 días. Lo valida el DPD del organismo.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minutos, individual, sobre su rama o s2-inicio.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Referencia: etiqueta s2-fin. En la puesta en común, quién consiguió que el script mostrara el .env.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herramientas de cada servidor MCP conectado ocupan sitio aunque no se usen.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compactación automática llega cerca del límite; mejor decidir tú cuándo compactar o empezar 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/cost es hoy un alias de /usage. Con asiento Team no se ve un importe en euros, sino el uso del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--continue retoma la última de la carpeta; --resume abre el selector.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Tras /rewind, git status limpio. Señala: lo que cambie un comando (mv, rm, un script) no se deshace; para eso está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una red de seguridad de la sesión, no un sustituto de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ejemplo de la práctica 03: la cofinanciación redondea por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Corrección al material genérico: el modelo por defecto en Team es Opus 5.5, no Sonnet. Esfuerzo con /effort; en Opus 5.5 parte de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trae un subagente Explore de solo lectura. Basta con pedirlo: «usa un subagente para…».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deck genérico dice «Sonnet por defecto»: hoy es Opus 5.5 en los dos tipos de asiento.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minutos, individual. Contexto: hay quejas de que la cofinanciación de algunas remesas no cuadra por céntimos.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test que funciona: 3 ayudas de 10,01 € al 75 %. Por línea 22,53; sobre el total 22,52. Referencia en s2-fin.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Debate del redondeo: Math.Round redondea al par por defecto (bancario). Es decisión de negocio: tiene que estar en la petición.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nombre del fichero es el comando. $ARGUMENTS recoge lo que escribes detrás.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Corrección al material genérico: no son mecanismos distintos. Las dos se lanzan con /nombre y Claude puede activar cualquiera por su description, salvo disable-model-invocation.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allowed-tools limita lo que puede hacer el comando sin preguntar.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/nuevo-test si fuera .claude/skills/nuevo-test/SKILL.md. Lo usarán en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Tú: git push origin s3-inicio al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7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7293588" y="1785747"/>
            <a:ext cx="3230033" cy="3336242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436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2"/>
          <p:cNvSpPr>
            <a:spLocks noGrp="1"/>
          </p:cNvSpPr>
          <p:nvPr>
            <p:ph type="pic" sz="quarter" idx="11"/>
          </p:nvPr>
        </p:nvSpPr>
        <p:spPr>
          <a:xfrm>
            <a:off x="3352800" y="814791"/>
            <a:ext cx="7903633" cy="280415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710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0"/>
          </p:nvPr>
        </p:nvSpPr>
        <p:spPr>
          <a:xfrm>
            <a:off x="965200" y="1088403"/>
            <a:ext cx="4264527" cy="465111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207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446" y="2149309"/>
            <a:ext cx="5150502" cy="3634122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057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0900" y="1088403"/>
            <a:ext cx="3982357" cy="502842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783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3389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571500" y="977749"/>
            <a:ext cx="10998200" cy="5193498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2051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4040188 h 10288588"/>
              <a:gd name="connsiteX3" fmla="*/ 0 w 18288000"/>
              <a:gd name="connsiteY3" fmla="*/ 10288588 h 10288588"/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3182938 h 10288588"/>
              <a:gd name="connsiteX3" fmla="*/ 0 w 18288000"/>
              <a:gd name="connsiteY3" fmla="*/ 10288588 h 10288588"/>
              <a:gd name="connsiteX4" fmla="*/ 0 w 18288000"/>
              <a:gd name="connsiteY4" fmla="*/ 0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8588">
                <a:moveTo>
                  <a:pt x="0" y="0"/>
                </a:moveTo>
                <a:lnTo>
                  <a:pt x="18288000" y="0"/>
                </a:lnTo>
                <a:lnTo>
                  <a:pt x="18288000" y="3182938"/>
                </a:lnTo>
                <a:lnTo>
                  <a:pt x="0" y="10288588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4707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0"/>
          </p:nvPr>
        </p:nvSpPr>
        <p:spPr>
          <a:xfrm flipH="1">
            <a:off x="0" y="0"/>
            <a:ext cx="12192000" cy="4978690"/>
          </a:xfrm>
          <a:custGeom>
            <a:avLst/>
            <a:gdLst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4040188 h 10288588"/>
              <a:gd name="connsiteX3" fmla="*/ 0 w 18288000"/>
              <a:gd name="connsiteY3" fmla="*/ 10288588 h 10288588"/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3182938 h 10288588"/>
              <a:gd name="connsiteX3" fmla="*/ 0 w 18288000"/>
              <a:gd name="connsiteY3" fmla="*/ 10288588 h 10288588"/>
              <a:gd name="connsiteX4" fmla="*/ 0 w 18288000"/>
              <a:gd name="connsiteY4" fmla="*/ 0 h 10288588"/>
              <a:gd name="connsiteX0" fmla="*/ 0 w 18288000"/>
              <a:gd name="connsiteY0" fmla="*/ 0 h 7469188"/>
              <a:gd name="connsiteX1" fmla="*/ 18288000 w 18288000"/>
              <a:gd name="connsiteY1" fmla="*/ 0 h 7469188"/>
              <a:gd name="connsiteX2" fmla="*/ 18288000 w 18288000"/>
              <a:gd name="connsiteY2" fmla="*/ 3182938 h 7469188"/>
              <a:gd name="connsiteX3" fmla="*/ 0 w 18288000"/>
              <a:gd name="connsiteY3" fmla="*/ 7469188 h 7469188"/>
              <a:gd name="connsiteX4" fmla="*/ 0 w 18288000"/>
              <a:gd name="connsiteY4" fmla="*/ 0 h 7469188"/>
              <a:gd name="connsiteX0" fmla="*/ 0 w 18288000"/>
              <a:gd name="connsiteY0" fmla="*/ 0 h 7469188"/>
              <a:gd name="connsiteX1" fmla="*/ 18288000 w 18288000"/>
              <a:gd name="connsiteY1" fmla="*/ 0 h 7469188"/>
              <a:gd name="connsiteX2" fmla="*/ 18288000 w 18288000"/>
              <a:gd name="connsiteY2" fmla="*/ 4268788 h 7469188"/>
              <a:gd name="connsiteX3" fmla="*/ 0 w 18288000"/>
              <a:gd name="connsiteY3" fmla="*/ 7469188 h 7469188"/>
              <a:gd name="connsiteX4" fmla="*/ 0 w 18288000"/>
              <a:gd name="connsiteY4" fmla="*/ 0 h 746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7469188">
                <a:moveTo>
                  <a:pt x="0" y="0"/>
                </a:moveTo>
                <a:lnTo>
                  <a:pt x="18288000" y="0"/>
                </a:lnTo>
                <a:lnTo>
                  <a:pt x="18288000" y="4268788"/>
                </a:lnTo>
                <a:lnTo>
                  <a:pt x="0" y="7469188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657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8C04B22D-BFAC-AC49-2B32-0D5ADE89E7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C16FC69B-D013-02BF-5B27-5C6BC17C27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15152" y="6480233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04AF28BC-D5EF-4E08-9819-2363CE562B02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892DA31-E09C-1DB1-1836-08AD36C1068D}"/>
              </a:ext>
            </a:extLst>
          </p:cNvPr>
          <p:cNvSpPr txBox="1">
            <a:spLocks/>
          </p:cNvSpPr>
          <p:nvPr userDrawn="1"/>
        </p:nvSpPr>
        <p:spPr>
          <a:xfrm>
            <a:off x="899583" y="6445313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667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COMPANY PRESENTATION    </a:t>
            </a:r>
            <a:r>
              <a:rPr lang="en-US" sz="667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CDEDC69-F960-B5E5-ADFE-77E8E15FCC13}"/>
              </a:ext>
            </a:extLst>
          </p:cNvPr>
          <p:cNvSpPr txBox="1">
            <a:spLocks/>
          </p:cNvSpPr>
          <p:nvPr userDrawn="1"/>
        </p:nvSpPr>
        <p:spPr>
          <a:xfrm>
            <a:off x="9083676" y="6445313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6629400" y="838070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7" name="Рисунок 3"/>
          <p:cNvSpPr>
            <a:spLocks noGrp="1"/>
          </p:cNvSpPr>
          <p:nvPr>
            <p:ph type="pic" sz="quarter" idx="11"/>
          </p:nvPr>
        </p:nvSpPr>
        <p:spPr>
          <a:xfrm>
            <a:off x="6629400" y="2679286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8" name="Рисунок 3"/>
          <p:cNvSpPr>
            <a:spLocks noGrp="1"/>
          </p:cNvSpPr>
          <p:nvPr>
            <p:ph type="pic" sz="quarter" idx="12"/>
          </p:nvPr>
        </p:nvSpPr>
        <p:spPr>
          <a:xfrm>
            <a:off x="6629400" y="4558596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6269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EE62700F-B2EE-BF01-F5AF-63E3486358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91DBA95-F57D-E0AC-88E5-4A73C4699638}"/>
              </a:ext>
            </a:extLst>
          </p:cNvPr>
          <p:cNvSpPr txBox="1">
            <a:spLocks/>
          </p:cNvSpPr>
          <p:nvPr userDrawn="1"/>
        </p:nvSpPr>
        <p:spPr>
          <a:xfrm>
            <a:off x="9083676" y="6445313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F9C9C894-4669-C8E5-F5E4-EEC87224D2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0D3DAD1D-650C-C4A0-A43B-038487DFF205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260583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30B2D0F-08A8-B4FA-2696-0E818FCBD9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44B7A1D-9FBD-6276-58B0-73662030A059}"/>
              </a:ext>
            </a:extLst>
          </p:cNvPr>
          <p:cNvSpPr txBox="1">
            <a:spLocks/>
          </p:cNvSpPr>
          <p:nvPr userDrawn="1"/>
        </p:nvSpPr>
        <p:spPr>
          <a:xfrm>
            <a:off x="9083676" y="6242145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84631" y="0"/>
            <a:ext cx="2807369" cy="304753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3" name="Рисунок 3"/>
          <p:cNvSpPr>
            <a:spLocks noGrp="1"/>
          </p:cNvSpPr>
          <p:nvPr>
            <p:ph type="pic" sz="quarter" idx="11"/>
          </p:nvPr>
        </p:nvSpPr>
        <p:spPr>
          <a:xfrm>
            <a:off x="6416842" y="-1"/>
            <a:ext cx="2807369" cy="38655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4" name="Рисунок 3"/>
          <p:cNvSpPr>
            <a:spLocks noGrp="1"/>
          </p:cNvSpPr>
          <p:nvPr>
            <p:ph type="pic" sz="quarter" idx="12"/>
          </p:nvPr>
        </p:nvSpPr>
        <p:spPr>
          <a:xfrm>
            <a:off x="9384631" y="3175846"/>
            <a:ext cx="2807369" cy="368215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416841" y="3993868"/>
            <a:ext cx="2807369" cy="28641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7310F991-A7B2-07B2-C5F8-AF9CB70E1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9406A01E-8546-43A2-3E48-811182CF4586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91106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60A67AB-4783-397F-1829-B1A5CAE89B51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609965" y="3349091"/>
            <a:ext cx="2240146" cy="223309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tx1">
                    <a:lumMod val="75000"/>
                    <a:lumOff val="25000"/>
                  </a:schemeClr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3" name="Рисунок 3"/>
          <p:cNvSpPr>
            <a:spLocks noGrp="1"/>
          </p:cNvSpPr>
          <p:nvPr>
            <p:ph type="pic" sz="quarter" idx="11"/>
          </p:nvPr>
        </p:nvSpPr>
        <p:spPr>
          <a:xfrm>
            <a:off x="8935453" y="-1"/>
            <a:ext cx="2310063" cy="685800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6689558" y="-1"/>
            <a:ext cx="2069431" cy="19568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689558" y="2149310"/>
            <a:ext cx="2069431" cy="256634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4"/>
          </p:nvPr>
        </p:nvSpPr>
        <p:spPr>
          <a:xfrm>
            <a:off x="6689558" y="4901164"/>
            <a:ext cx="2069431" cy="19568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8094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/>
          <p:cNvSpPr>
            <a:spLocks noGrp="1"/>
          </p:cNvSpPr>
          <p:nvPr>
            <p:ph type="pic" sz="quarter" idx="11"/>
          </p:nvPr>
        </p:nvSpPr>
        <p:spPr>
          <a:xfrm>
            <a:off x="988483" y="1"/>
            <a:ext cx="3977217" cy="535857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69476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5"/>
          <p:cNvSpPr>
            <a:spLocks noGrp="1"/>
          </p:cNvSpPr>
          <p:nvPr>
            <p:ph type="pic" sz="quarter" idx="14"/>
          </p:nvPr>
        </p:nvSpPr>
        <p:spPr>
          <a:xfrm>
            <a:off x="8062383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5"/>
          </p:nvPr>
        </p:nvSpPr>
        <p:spPr>
          <a:xfrm>
            <a:off x="4321174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6"/>
          </p:nvPr>
        </p:nvSpPr>
        <p:spPr>
          <a:xfrm>
            <a:off x="579966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68288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/>
          <p:cNvSpPr>
            <a:spLocks noGrp="1"/>
          </p:cNvSpPr>
          <p:nvPr>
            <p:ph type="pic" sz="quarter" idx="14"/>
          </p:nvPr>
        </p:nvSpPr>
        <p:spPr>
          <a:xfrm>
            <a:off x="8062383" y="1145999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5"/>
          <p:cNvSpPr>
            <a:spLocks noGrp="1"/>
          </p:cNvSpPr>
          <p:nvPr>
            <p:ph type="pic" sz="quarter" idx="16"/>
          </p:nvPr>
        </p:nvSpPr>
        <p:spPr>
          <a:xfrm>
            <a:off x="579966" y="1145999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7"/>
          </p:nvPr>
        </p:nvSpPr>
        <p:spPr>
          <a:xfrm>
            <a:off x="4321174" y="3774493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99923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1002326" y="3699585"/>
            <a:ext cx="10203391" cy="234173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15756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9"/>
          <p:cNvSpPr>
            <a:spLocks noGrp="1"/>
          </p:cNvSpPr>
          <p:nvPr>
            <p:ph type="pic" sz="quarter" idx="10"/>
          </p:nvPr>
        </p:nvSpPr>
        <p:spPr>
          <a:xfrm>
            <a:off x="575733" y="3885600"/>
            <a:ext cx="11006667" cy="23618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92541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>
          <a:xfrm>
            <a:off x="6593305" y="0"/>
            <a:ext cx="5598695" cy="6858000"/>
          </a:xfrm>
          <a:custGeom>
            <a:avLst/>
            <a:gdLst>
              <a:gd name="connsiteX0" fmla="*/ 3392905 w 7724274"/>
              <a:gd name="connsiteY0" fmla="*/ 0 h 10288588"/>
              <a:gd name="connsiteX1" fmla="*/ 7724274 w 7724274"/>
              <a:gd name="connsiteY1" fmla="*/ 0 h 10288588"/>
              <a:gd name="connsiteX2" fmla="*/ 7724274 w 7724274"/>
              <a:gd name="connsiteY2" fmla="*/ 10288588 h 10288588"/>
              <a:gd name="connsiteX3" fmla="*/ 0 w 7724274"/>
              <a:gd name="connsiteY3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274" h="10288588">
                <a:moveTo>
                  <a:pt x="3392905" y="0"/>
                </a:moveTo>
                <a:lnTo>
                  <a:pt x="7724274" y="0"/>
                </a:lnTo>
                <a:lnTo>
                  <a:pt x="7724274" y="10288588"/>
                </a:lnTo>
                <a:lnTo>
                  <a:pt x="0" y="102885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51548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4673600" y="1282502"/>
            <a:ext cx="3962400" cy="4545898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64667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4106779" y="1106846"/>
            <a:ext cx="7475621" cy="293514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57010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7277100" y="0"/>
            <a:ext cx="4914900" cy="685800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683413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D49740D-E5C8-E4A3-BFA8-38F5F30261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A1685977-87C1-BA45-226D-7CC4660CDD07}"/>
              </a:ext>
            </a:extLst>
          </p:cNvPr>
          <p:cNvSpPr txBox="1">
            <a:spLocks/>
          </p:cNvSpPr>
          <p:nvPr userDrawn="1"/>
        </p:nvSpPr>
        <p:spPr>
          <a:xfrm>
            <a:off x="899583" y="371418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6416841" y="0"/>
            <a:ext cx="5775159" cy="685800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D2902BC1-22AD-84FE-55C5-96E188F342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AF3CC95F-6322-C2DE-28CC-57C552117267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2613900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641685" y="1170893"/>
            <a:ext cx="2181727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3064042" y="1170893"/>
            <a:ext cx="2181727" cy="198891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3064042" y="3352283"/>
            <a:ext cx="2181727" cy="27267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01041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4240463" y="4277234"/>
            <a:ext cx="4475749" cy="180178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3"/>
          </p:nvPr>
        </p:nvSpPr>
        <p:spPr>
          <a:xfrm>
            <a:off x="8903369" y="1170893"/>
            <a:ext cx="2374231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4"/>
          </p:nvPr>
        </p:nvSpPr>
        <p:spPr>
          <a:xfrm>
            <a:off x="6293854" y="1170892"/>
            <a:ext cx="2422358" cy="295664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5"/>
          </p:nvPr>
        </p:nvSpPr>
        <p:spPr>
          <a:xfrm>
            <a:off x="4240464" y="1170892"/>
            <a:ext cx="1866233" cy="148099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0" name="Рисунок 3"/>
          <p:cNvSpPr>
            <a:spLocks noGrp="1"/>
          </p:cNvSpPr>
          <p:nvPr>
            <p:ph type="pic" sz="quarter" idx="16"/>
          </p:nvPr>
        </p:nvSpPr>
        <p:spPr>
          <a:xfrm>
            <a:off x="4240464" y="2801588"/>
            <a:ext cx="1866233" cy="132594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219074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2"/>
          </p:nvPr>
        </p:nvSpPr>
        <p:spPr>
          <a:xfrm>
            <a:off x="5871411" y="3441169"/>
            <a:ext cx="2775284" cy="26378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3"/>
          </p:nvPr>
        </p:nvSpPr>
        <p:spPr>
          <a:xfrm>
            <a:off x="8871282" y="1170893"/>
            <a:ext cx="2711116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71540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1014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13706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62C9650-DABB-0B5F-8D7E-BF946FD53C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DFE5DB1-E892-CCA3-54F9-B2FD921A63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15152" y="435966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17921FDD-EDC4-420A-AC4E-52AD4BBA48A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67720E4-76A2-4123-2748-95DB484C5610}"/>
              </a:ext>
            </a:extLst>
          </p:cNvPr>
          <p:cNvSpPr txBox="1">
            <a:spLocks/>
          </p:cNvSpPr>
          <p:nvPr userDrawn="1"/>
        </p:nvSpPr>
        <p:spPr>
          <a:xfrm>
            <a:off x="899583" y="401047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667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COMPANY PRESENTATION    </a:t>
            </a:r>
            <a:r>
              <a:rPr lang="en-US" sz="667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D6F8C77-4A57-3F61-BF6C-E8253FB581C6}"/>
              </a:ext>
            </a:extLst>
          </p:cNvPr>
          <p:cNvSpPr txBox="1">
            <a:spLocks/>
          </p:cNvSpPr>
          <p:nvPr userDrawn="1"/>
        </p:nvSpPr>
        <p:spPr>
          <a:xfrm>
            <a:off x="9083676" y="350254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0" y="3517357"/>
            <a:ext cx="12192000" cy="334064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4479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79584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73951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35228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97895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" y="3635268"/>
            <a:ext cx="3967747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1"/>
          </p:nvPr>
        </p:nvSpPr>
        <p:spPr>
          <a:xfrm>
            <a:off x="3967748" y="3635268"/>
            <a:ext cx="4234559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2"/>
          </p:nvPr>
        </p:nvSpPr>
        <p:spPr>
          <a:xfrm>
            <a:off x="8202306" y="3635268"/>
            <a:ext cx="3989694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09468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62526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1"/>
          </p:nvPr>
        </p:nvSpPr>
        <p:spPr>
          <a:xfrm>
            <a:off x="9122833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02731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3682629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48154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962526" y="2255402"/>
            <a:ext cx="2582779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2"/>
          </p:nvPr>
        </p:nvSpPr>
        <p:spPr>
          <a:xfrm>
            <a:off x="6128085" y="2255402"/>
            <a:ext cx="2582779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18031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C4FBA844-4FDC-B1F7-AA3C-008B0A155402}"/>
              </a:ext>
            </a:extLst>
          </p:cNvPr>
          <p:cNvSpPr/>
          <p:nvPr userDrawn="1"/>
        </p:nvSpPr>
        <p:spPr>
          <a:xfrm>
            <a:off x="9144000" y="3717352"/>
            <a:ext cx="2133600" cy="1508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4042615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6593310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9144005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4042615" y="3717684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4"/>
          </p:nvPr>
        </p:nvSpPr>
        <p:spPr>
          <a:xfrm>
            <a:off x="6593310" y="3717684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673919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59909" y="802093"/>
            <a:ext cx="3243123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2"/>
          </p:nvPr>
        </p:nvSpPr>
        <p:spPr>
          <a:xfrm>
            <a:off x="959909" y="3348273"/>
            <a:ext cx="4542533" cy="26986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3"/>
          </p:nvPr>
        </p:nvSpPr>
        <p:spPr>
          <a:xfrm>
            <a:off x="5630779" y="3348273"/>
            <a:ext cx="5625655" cy="26986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8005011" y="802093"/>
            <a:ext cx="3251423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5"/>
          </p:nvPr>
        </p:nvSpPr>
        <p:spPr>
          <a:xfrm>
            <a:off x="4331369" y="802093"/>
            <a:ext cx="3545305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466026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959909" y="786054"/>
            <a:ext cx="69007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959909" y="3528720"/>
            <a:ext cx="32431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4347411" y="3528720"/>
            <a:ext cx="69090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8013311" y="786054"/>
            <a:ext cx="32431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124167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5543E9D-65A1-5CC0-5C8C-5B17D0099A07}"/>
              </a:ext>
            </a:extLst>
          </p:cNvPr>
          <p:cNvSpPr/>
          <p:nvPr userDrawn="1"/>
        </p:nvSpPr>
        <p:spPr>
          <a:xfrm>
            <a:off x="977900" y="1121660"/>
            <a:ext cx="2565400" cy="4795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89027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3"/>
          </p:nvPr>
        </p:nvSpPr>
        <p:spPr>
          <a:xfrm>
            <a:off x="6324600" y="1121936"/>
            <a:ext cx="2374905" cy="47953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37465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8" name="Рисунок 3"/>
          <p:cNvSpPr>
            <a:spLocks noGrp="1"/>
          </p:cNvSpPr>
          <p:nvPr>
            <p:ph type="pic" sz="quarter" idx="15"/>
          </p:nvPr>
        </p:nvSpPr>
        <p:spPr>
          <a:xfrm>
            <a:off x="89027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20" name="Рисунок 3"/>
          <p:cNvSpPr>
            <a:spLocks noGrp="1"/>
          </p:cNvSpPr>
          <p:nvPr>
            <p:ph type="pic" sz="quarter" idx="17"/>
          </p:nvPr>
        </p:nvSpPr>
        <p:spPr>
          <a:xfrm>
            <a:off x="37465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687263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9027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324600" y="1121936"/>
            <a:ext cx="2374905" cy="47953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4"/>
          </p:nvPr>
        </p:nvSpPr>
        <p:spPr>
          <a:xfrm>
            <a:off x="37465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7"/>
          </p:nvPr>
        </p:nvSpPr>
        <p:spPr>
          <a:xfrm>
            <a:off x="37465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8"/>
          </p:nvPr>
        </p:nvSpPr>
        <p:spPr>
          <a:xfrm>
            <a:off x="977900" y="3610752"/>
            <a:ext cx="25654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05891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436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76D7C-A694-4266-857D-4CD0E1BD9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12776"/>
            <a:ext cx="10515600" cy="32410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021B4-F9E0-4077-8A76-06AF1764CF1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PROJECT PROPOSAL | Presentation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38C0B-3C12-4A44-A89F-76BDBE2678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www.siteexample.com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26B1B-A8F7-4726-91F3-8ABCFCFA46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087EED-2C44-45B7-952B-683F8BC9A5D1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9593F-0C66-44A4-8AC9-0F0E88EB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617"/>
            <a:ext cx="10515600" cy="6054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188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13E2244-C8B5-4EDC-83C8-5C6A439413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9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20FBA7A-0EF7-4613-96C0-D5D01CD6AA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9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530E7CE1-C9EB-4BEF-8218-DB1CDA90E4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357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CA39A92E-E12A-4629-BB9A-9576A2A58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357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3DF42C2-9976-4EC0-838A-842831C11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595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7A92E90-087E-4C1B-ACAC-481C0A30E7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95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C31EFD6-C3D5-45DA-AD4A-1F5722E0C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329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939B246-7A06-4F32-945C-C46E4DBE0B5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48329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83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55CC906-FC48-4553-9F6D-6E1858B094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193" y="1441552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653C7BA-32A0-406C-9B10-C68F0B917B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00027" y="1441552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0E59F78D-14A8-4119-9FAE-AF3B4188B9B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86116" y="1412776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B9EB06D-892F-47F1-91DF-CA2BEB27A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Date Placeholder 5">
            <a:extLst>
              <a:ext uri="{FF2B5EF4-FFF2-40B4-BE49-F238E27FC236}">
                <a16:creationId xmlns:a16="http://schemas.microsoft.com/office/drawing/2014/main" id="{F0CCE787-F055-4B75-B606-2180C85DD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E7CABAB2-DEA1-4BFA-B953-01D2CA3A0C3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DD264A-6B2D-469E-8CF7-5D291B51356E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716A4F56-B738-4B8C-BDF5-EAB09DE9673F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Slide Number Placeholder 13">
            <a:extLst>
              <a:ext uri="{FF2B5EF4-FFF2-40B4-BE49-F238E27FC236}">
                <a16:creationId xmlns:a16="http://schemas.microsoft.com/office/drawing/2014/main" id="{29CADCE4-46C0-4F6E-8546-A40AC053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9C6FAFF-BD96-4416-9EE1-6564963D4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5D98EB7F-0722-4988-91A3-194CB7032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BA233D6B-1EA8-4611-A9BE-184661DCCF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9EB9FD-DA4D-49BD-8123-A8F17AF40062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0D41F764-16D8-420C-BA2C-47DC060AA7F8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1FEC5683-170F-42E4-962D-0911F83B2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1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6172C6-76DE-4875-85B6-4966C4B57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50207" y="2103730"/>
            <a:ext cx="2660705" cy="2660703"/>
          </a:xfrm>
          <a:custGeom>
            <a:avLst/>
            <a:gdLst>
              <a:gd name="connsiteX0" fmla="*/ 1609726 w 3219452"/>
              <a:gd name="connsiteY0" fmla="*/ 0 h 3219450"/>
              <a:gd name="connsiteX1" fmla="*/ 3219452 w 3219452"/>
              <a:gd name="connsiteY1" fmla="*/ 1609725 h 3219450"/>
              <a:gd name="connsiteX2" fmla="*/ 1609726 w 3219452"/>
              <a:gd name="connsiteY2" fmla="*/ 3219450 h 3219450"/>
              <a:gd name="connsiteX3" fmla="*/ 0 w 3219452"/>
              <a:gd name="connsiteY3" fmla="*/ 1609725 h 3219450"/>
              <a:gd name="connsiteX4" fmla="*/ 1609726 w 3219452"/>
              <a:gd name="connsiteY4" fmla="*/ 0 h 321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2" h="3219450">
                <a:moveTo>
                  <a:pt x="1609726" y="0"/>
                </a:moveTo>
                <a:cubicBezTo>
                  <a:pt x="2498753" y="0"/>
                  <a:pt x="3219452" y="720698"/>
                  <a:pt x="3219452" y="1609725"/>
                </a:cubicBezTo>
                <a:cubicBezTo>
                  <a:pt x="3219452" y="2498752"/>
                  <a:pt x="2498753" y="3219450"/>
                  <a:pt x="1609726" y="3219450"/>
                </a:cubicBezTo>
                <a:cubicBezTo>
                  <a:pt x="720699" y="3219450"/>
                  <a:pt x="0" y="2498752"/>
                  <a:pt x="0" y="1609725"/>
                </a:cubicBezTo>
                <a:cubicBezTo>
                  <a:pt x="0" y="720698"/>
                  <a:pt x="720699" y="0"/>
                  <a:pt x="16097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AE4A25D-3286-4E3F-80C8-3F807694B3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6157" y="0"/>
            <a:ext cx="7505842" cy="6857996"/>
          </a:xfrm>
          <a:custGeom>
            <a:avLst/>
            <a:gdLst>
              <a:gd name="connsiteX0" fmla="*/ 6375684 w 7505842"/>
              <a:gd name="connsiteY0" fmla="*/ 0 h 6857996"/>
              <a:gd name="connsiteX1" fmla="*/ 7505842 w 7505842"/>
              <a:gd name="connsiteY1" fmla="*/ 0 h 6857996"/>
              <a:gd name="connsiteX2" fmla="*/ 7505842 w 7505842"/>
              <a:gd name="connsiteY2" fmla="*/ 3281148 h 6857996"/>
              <a:gd name="connsiteX3" fmla="*/ 3972674 w 7505842"/>
              <a:gd name="connsiteY3" fmla="*/ 6857996 h 6857996"/>
              <a:gd name="connsiteX4" fmla="*/ 1792269 w 7505842"/>
              <a:gd name="connsiteY4" fmla="*/ 6857996 h 6857996"/>
              <a:gd name="connsiteX5" fmla="*/ 1792269 w 7505842"/>
              <a:gd name="connsiteY5" fmla="*/ 4651609 h 6857996"/>
              <a:gd name="connsiteX6" fmla="*/ 3647325 w 7505842"/>
              <a:gd name="connsiteY6" fmla="*/ 0 h 6857996"/>
              <a:gd name="connsiteX7" fmla="*/ 5833436 w 7505842"/>
              <a:gd name="connsiteY7" fmla="*/ 0 h 6857996"/>
              <a:gd name="connsiteX8" fmla="*/ 0 w 7505842"/>
              <a:gd name="connsiteY8" fmla="*/ 5925400 h 6857996"/>
              <a:gd name="connsiteX9" fmla="*/ 0 w 7505842"/>
              <a:gd name="connsiteY9" fmla="*/ 3713327 h 6857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05842" h="6857996">
                <a:moveTo>
                  <a:pt x="6375684" y="0"/>
                </a:moveTo>
                <a:lnTo>
                  <a:pt x="7505842" y="0"/>
                </a:lnTo>
                <a:lnTo>
                  <a:pt x="7505842" y="3281148"/>
                </a:lnTo>
                <a:lnTo>
                  <a:pt x="3972674" y="6857996"/>
                </a:lnTo>
                <a:lnTo>
                  <a:pt x="1792269" y="6857996"/>
                </a:lnTo>
                <a:lnTo>
                  <a:pt x="1792269" y="4651609"/>
                </a:lnTo>
                <a:close/>
                <a:moveTo>
                  <a:pt x="3647325" y="0"/>
                </a:moveTo>
                <a:lnTo>
                  <a:pt x="5833436" y="0"/>
                </a:lnTo>
                <a:lnTo>
                  <a:pt x="0" y="5925400"/>
                </a:lnTo>
                <a:lnTo>
                  <a:pt x="0" y="37133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2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7ED963-86A7-40FD-BE42-B6E3C253B5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31590" y="1504988"/>
            <a:ext cx="4201428" cy="4873652"/>
          </a:xfrm>
          <a:custGeom>
            <a:avLst/>
            <a:gdLst>
              <a:gd name="connsiteX0" fmla="*/ 4201428 w 4201428"/>
              <a:gd name="connsiteY0" fmla="*/ 0 h 4873652"/>
              <a:gd name="connsiteX1" fmla="*/ 4201428 w 4201428"/>
              <a:gd name="connsiteY1" fmla="*/ 4873652 h 4873652"/>
              <a:gd name="connsiteX2" fmla="*/ 0 w 4201428"/>
              <a:gd name="connsiteY2" fmla="*/ 2436826 h 487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1428" h="4873652">
                <a:moveTo>
                  <a:pt x="4201428" y="0"/>
                </a:moveTo>
                <a:lnTo>
                  <a:pt x="4201428" y="4873652"/>
                </a:lnTo>
                <a:lnTo>
                  <a:pt x="0" y="243682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E5EE0847-FD66-4A5A-89D0-580002928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32220463-122A-4ED9-9F32-2932973EA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tx2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35B0C33D-D422-4E41-B2DF-AF0FE458806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69EBE1-CDCD-4928-8CE6-1492434D2260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A1CA827-D34B-4662-8BC3-EED94016F7E2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Slide Number Placeholder 13">
            <a:extLst>
              <a:ext uri="{FF2B5EF4-FFF2-40B4-BE49-F238E27FC236}">
                <a16:creationId xmlns:a16="http://schemas.microsoft.com/office/drawing/2014/main" id="{DA2F5D39-895B-46C9-8A49-A5D7D0971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58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C70EEF-C2DB-4621-8E5A-8463701BE8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5880" y="1046420"/>
            <a:ext cx="2160240" cy="2160240"/>
          </a:xfrm>
          <a:custGeom>
            <a:avLst/>
            <a:gdLst>
              <a:gd name="connsiteX0" fmla="*/ 0 w 2160240"/>
              <a:gd name="connsiteY0" fmla="*/ 0 h 2160240"/>
              <a:gd name="connsiteX1" fmla="*/ 2160240 w 2160240"/>
              <a:gd name="connsiteY1" fmla="*/ 0 h 2160240"/>
              <a:gd name="connsiteX2" fmla="*/ 2160240 w 2160240"/>
              <a:gd name="connsiteY2" fmla="*/ 2160240 h 2160240"/>
              <a:gd name="connsiteX3" fmla="*/ 0 w 2160240"/>
              <a:gd name="connsiteY3" fmla="*/ 216024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0240" h="2160240">
                <a:moveTo>
                  <a:pt x="0" y="0"/>
                </a:moveTo>
                <a:lnTo>
                  <a:pt x="2160240" y="0"/>
                </a:lnTo>
                <a:lnTo>
                  <a:pt x="2160240" y="2160240"/>
                </a:lnTo>
                <a:lnTo>
                  <a:pt x="0" y="21602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98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6CE2AE-12A5-4C9A-8993-41DA9731A6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4192" y="763398"/>
            <a:ext cx="3505481" cy="4986507"/>
          </a:xfrm>
          <a:custGeom>
            <a:avLst/>
            <a:gdLst>
              <a:gd name="connsiteX0" fmla="*/ 0 w 3505481"/>
              <a:gd name="connsiteY0" fmla="*/ 0 h 4986507"/>
              <a:gd name="connsiteX1" fmla="*/ 3505481 w 3505481"/>
              <a:gd name="connsiteY1" fmla="*/ 0 h 4986507"/>
              <a:gd name="connsiteX2" fmla="*/ 3505481 w 3505481"/>
              <a:gd name="connsiteY2" fmla="*/ 4986507 h 4986507"/>
              <a:gd name="connsiteX3" fmla="*/ 0 w 3505481"/>
              <a:gd name="connsiteY3" fmla="*/ 4986507 h 49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481" h="4986507">
                <a:moveTo>
                  <a:pt x="0" y="0"/>
                </a:moveTo>
                <a:lnTo>
                  <a:pt x="3505481" y="0"/>
                </a:lnTo>
                <a:lnTo>
                  <a:pt x="3505481" y="4986507"/>
                </a:lnTo>
                <a:lnTo>
                  <a:pt x="0" y="4986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05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6CE2AE-12A5-4C9A-8993-41DA9731A6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5480" y="1844824"/>
            <a:ext cx="2897092" cy="4201348"/>
          </a:xfrm>
          <a:custGeom>
            <a:avLst/>
            <a:gdLst>
              <a:gd name="connsiteX0" fmla="*/ 0 w 3505481"/>
              <a:gd name="connsiteY0" fmla="*/ 0 h 4986507"/>
              <a:gd name="connsiteX1" fmla="*/ 3505481 w 3505481"/>
              <a:gd name="connsiteY1" fmla="*/ 0 h 4986507"/>
              <a:gd name="connsiteX2" fmla="*/ 3505481 w 3505481"/>
              <a:gd name="connsiteY2" fmla="*/ 4986507 h 4986507"/>
              <a:gd name="connsiteX3" fmla="*/ 0 w 3505481"/>
              <a:gd name="connsiteY3" fmla="*/ 4986507 h 49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481" h="4986507">
                <a:moveTo>
                  <a:pt x="0" y="0"/>
                </a:moveTo>
                <a:lnTo>
                  <a:pt x="3505481" y="0"/>
                </a:lnTo>
                <a:lnTo>
                  <a:pt x="3505481" y="4986507"/>
                </a:lnTo>
                <a:lnTo>
                  <a:pt x="0" y="4986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526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8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BDE0F4A1-A616-42FD-BF52-4152959259D9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51" y="0"/>
            <a:ext cx="12191950" cy="6857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Picture Placeholder 38">
            <a:extLst>
              <a:ext uri="{FF2B5EF4-FFF2-40B4-BE49-F238E27FC236}">
                <a16:creationId xmlns:a16="http://schemas.microsoft.com/office/drawing/2014/main" id="{F108EEB1-4F00-485F-96E6-7CB85E39D5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61503" y="0"/>
            <a:ext cx="2856620" cy="3353187"/>
          </a:xfrm>
          <a:custGeom>
            <a:avLst/>
            <a:gdLst>
              <a:gd name="connsiteX0" fmla="*/ 0 w 2856620"/>
              <a:gd name="connsiteY0" fmla="*/ 0 h 3353187"/>
              <a:gd name="connsiteX1" fmla="*/ 2856620 w 2856620"/>
              <a:gd name="connsiteY1" fmla="*/ 0 h 3353187"/>
              <a:gd name="connsiteX2" fmla="*/ 2856620 w 2856620"/>
              <a:gd name="connsiteY2" fmla="*/ 3353187 h 3353187"/>
              <a:gd name="connsiteX3" fmla="*/ 0 w 2856620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3187">
                <a:moveTo>
                  <a:pt x="0" y="0"/>
                </a:moveTo>
                <a:lnTo>
                  <a:pt x="2856620" y="0"/>
                </a:lnTo>
                <a:lnTo>
                  <a:pt x="2856620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7CADCE19-79BE-40B6-8F77-ABF058849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2221" y="0"/>
            <a:ext cx="2856620" cy="3353187"/>
          </a:xfrm>
          <a:custGeom>
            <a:avLst/>
            <a:gdLst>
              <a:gd name="connsiteX0" fmla="*/ 0 w 2856620"/>
              <a:gd name="connsiteY0" fmla="*/ 0 h 3353187"/>
              <a:gd name="connsiteX1" fmla="*/ 2856620 w 2856620"/>
              <a:gd name="connsiteY1" fmla="*/ 0 h 3353187"/>
              <a:gd name="connsiteX2" fmla="*/ 2856620 w 2856620"/>
              <a:gd name="connsiteY2" fmla="*/ 3353187 h 3353187"/>
              <a:gd name="connsiteX3" fmla="*/ 0 w 2856620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3187">
                <a:moveTo>
                  <a:pt x="0" y="0"/>
                </a:moveTo>
                <a:lnTo>
                  <a:pt x="2856620" y="0"/>
                </a:lnTo>
                <a:lnTo>
                  <a:pt x="2856620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40">
            <a:extLst>
              <a:ext uri="{FF2B5EF4-FFF2-40B4-BE49-F238E27FC236}">
                <a16:creationId xmlns:a16="http://schemas.microsoft.com/office/drawing/2014/main" id="{D27451DD-52DB-492B-9047-D3A8E7A168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81282" y="0"/>
            <a:ext cx="3010719" cy="3353187"/>
          </a:xfrm>
          <a:custGeom>
            <a:avLst/>
            <a:gdLst>
              <a:gd name="connsiteX0" fmla="*/ 0 w 3010719"/>
              <a:gd name="connsiteY0" fmla="*/ 0 h 3353187"/>
              <a:gd name="connsiteX1" fmla="*/ 3010719 w 3010719"/>
              <a:gd name="connsiteY1" fmla="*/ 0 h 3353187"/>
              <a:gd name="connsiteX2" fmla="*/ 3010719 w 3010719"/>
              <a:gd name="connsiteY2" fmla="*/ 3353187 h 3353187"/>
              <a:gd name="connsiteX3" fmla="*/ 0 w 3010719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719" h="3353187">
                <a:moveTo>
                  <a:pt x="0" y="0"/>
                </a:moveTo>
                <a:lnTo>
                  <a:pt x="3010719" y="0"/>
                </a:lnTo>
                <a:lnTo>
                  <a:pt x="3010719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0B07F111-B039-4010-8214-315559781B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771"/>
            <a:ext cx="3007405" cy="3356361"/>
          </a:xfrm>
          <a:custGeom>
            <a:avLst/>
            <a:gdLst>
              <a:gd name="connsiteX0" fmla="*/ 0 w 3007405"/>
              <a:gd name="connsiteY0" fmla="*/ 0 h 3356361"/>
              <a:gd name="connsiteX1" fmla="*/ 3007405 w 3007405"/>
              <a:gd name="connsiteY1" fmla="*/ 0 h 3356361"/>
              <a:gd name="connsiteX2" fmla="*/ 3007405 w 3007405"/>
              <a:gd name="connsiteY2" fmla="*/ 3356361 h 3356361"/>
              <a:gd name="connsiteX3" fmla="*/ 0 w 3007405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7405" h="3356361">
                <a:moveTo>
                  <a:pt x="0" y="0"/>
                </a:moveTo>
                <a:lnTo>
                  <a:pt x="3007405" y="0"/>
                </a:lnTo>
                <a:lnTo>
                  <a:pt x="3007405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9D2D51DF-1A55-43F9-AEB0-BBF6632BF8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61503" y="3500771"/>
            <a:ext cx="2856620" cy="3356361"/>
          </a:xfrm>
          <a:custGeom>
            <a:avLst/>
            <a:gdLst>
              <a:gd name="connsiteX0" fmla="*/ 0 w 2856620"/>
              <a:gd name="connsiteY0" fmla="*/ 0 h 3356361"/>
              <a:gd name="connsiteX1" fmla="*/ 2856620 w 2856620"/>
              <a:gd name="connsiteY1" fmla="*/ 0 h 3356361"/>
              <a:gd name="connsiteX2" fmla="*/ 2856620 w 2856620"/>
              <a:gd name="connsiteY2" fmla="*/ 3356361 h 3356361"/>
              <a:gd name="connsiteX3" fmla="*/ 0 w 2856620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6361">
                <a:moveTo>
                  <a:pt x="0" y="0"/>
                </a:moveTo>
                <a:lnTo>
                  <a:pt x="2856620" y="0"/>
                </a:lnTo>
                <a:lnTo>
                  <a:pt x="2856620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7">
            <a:extLst>
              <a:ext uri="{FF2B5EF4-FFF2-40B4-BE49-F238E27FC236}">
                <a16:creationId xmlns:a16="http://schemas.microsoft.com/office/drawing/2014/main" id="{6014DE29-24BC-4560-BDA6-A3E47678D4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72221" y="3500771"/>
            <a:ext cx="2856620" cy="3356361"/>
          </a:xfrm>
          <a:custGeom>
            <a:avLst/>
            <a:gdLst>
              <a:gd name="connsiteX0" fmla="*/ 0 w 2856620"/>
              <a:gd name="connsiteY0" fmla="*/ 0 h 3356361"/>
              <a:gd name="connsiteX1" fmla="*/ 2856620 w 2856620"/>
              <a:gd name="connsiteY1" fmla="*/ 0 h 3356361"/>
              <a:gd name="connsiteX2" fmla="*/ 2856620 w 2856620"/>
              <a:gd name="connsiteY2" fmla="*/ 3356361 h 3356361"/>
              <a:gd name="connsiteX3" fmla="*/ 0 w 2856620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6361">
                <a:moveTo>
                  <a:pt x="0" y="0"/>
                </a:moveTo>
                <a:lnTo>
                  <a:pt x="2856620" y="0"/>
                </a:lnTo>
                <a:lnTo>
                  <a:pt x="2856620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2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DD205A6-377E-459C-83FF-F823F0ECA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134" y="1189264"/>
            <a:ext cx="2551732" cy="2551727"/>
          </a:xfrm>
          <a:custGeom>
            <a:avLst/>
            <a:gdLst>
              <a:gd name="connsiteX0" fmla="*/ 958577 w 1917154"/>
              <a:gd name="connsiteY0" fmla="*/ 0 h 1917150"/>
              <a:gd name="connsiteX1" fmla="*/ 1917154 w 1917154"/>
              <a:gd name="connsiteY1" fmla="*/ 958575 h 1917150"/>
              <a:gd name="connsiteX2" fmla="*/ 958577 w 1917154"/>
              <a:gd name="connsiteY2" fmla="*/ 1917150 h 1917150"/>
              <a:gd name="connsiteX3" fmla="*/ 0 w 1917154"/>
              <a:gd name="connsiteY3" fmla="*/ 958575 h 1917150"/>
              <a:gd name="connsiteX4" fmla="*/ 958577 w 1917154"/>
              <a:gd name="connsiteY4" fmla="*/ 0 h 19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7154" h="1917150">
                <a:moveTo>
                  <a:pt x="958577" y="0"/>
                </a:moveTo>
                <a:cubicBezTo>
                  <a:pt x="1487984" y="0"/>
                  <a:pt x="1917154" y="429169"/>
                  <a:pt x="1917154" y="958575"/>
                </a:cubicBezTo>
                <a:cubicBezTo>
                  <a:pt x="1917154" y="1487981"/>
                  <a:pt x="1487984" y="1917150"/>
                  <a:pt x="958577" y="1917150"/>
                </a:cubicBezTo>
                <a:cubicBezTo>
                  <a:pt x="429170" y="1917150"/>
                  <a:pt x="0" y="1487981"/>
                  <a:pt x="0" y="958575"/>
                </a:cubicBezTo>
                <a:cubicBezTo>
                  <a:pt x="0" y="429169"/>
                  <a:pt x="429170" y="0"/>
                  <a:pt x="95857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2E55E86-E19A-447A-B651-35A4A14660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134" y="1189264"/>
            <a:ext cx="2551732" cy="2551727"/>
          </a:xfrm>
          <a:custGeom>
            <a:avLst/>
            <a:gdLst>
              <a:gd name="connsiteX0" fmla="*/ 958577 w 1917154"/>
              <a:gd name="connsiteY0" fmla="*/ 0 h 1917150"/>
              <a:gd name="connsiteX1" fmla="*/ 1917154 w 1917154"/>
              <a:gd name="connsiteY1" fmla="*/ 958575 h 1917150"/>
              <a:gd name="connsiteX2" fmla="*/ 958577 w 1917154"/>
              <a:gd name="connsiteY2" fmla="*/ 1917150 h 1917150"/>
              <a:gd name="connsiteX3" fmla="*/ 0 w 1917154"/>
              <a:gd name="connsiteY3" fmla="*/ 958575 h 1917150"/>
              <a:gd name="connsiteX4" fmla="*/ 958577 w 1917154"/>
              <a:gd name="connsiteY4" fmla="*/ 0 h 19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7154" h="1917150">
                <a:moveTo>
                  <a:pt x="958577" y="0"/>
                </a:moveTo>
                <a:cubicBezTo>
                  <a:pt x="1487984" y="0"/>
                  <a:pt x="1917154" y="429169"/>
                  <a:pt x="1917154" y="958575"/>
                </a:cubicBezTo>
                <a:cubicBezTo>
                  <a:pt x="1917154" y="1487981"/>
                  <a:pt x="1487984" y="1917150"/>
                  <a:pt x="958577" y="1917150"/>
                </a:cubicBezTo>
                <a:cubicBezTo>
                  <a:pt x="429170" y="1917150"/>
                  <a:pt x="0" y="1487981"/>
                  <a:pt x="0" y="958575"/>
                </a:cubicBezTo>
                <a:cubicBezTo>
                  <a:pt x="0" y="429169"/>
                  <a:pt x="429170" y="0"/>
                  <a:pt x="95857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4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10B29E-8563-4CB3-93B5-B45864D7C1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72" y="1412776"/>
            <a:ext cx="3415184" cy="3961942"/>
          </a:xfrm>
          <a:custGeom>
            <a:avLst/>
            <a:gdLst/>
            <a:ahLst/>
            <a:cxnLst/>
            <a:rect l="l" t="t" r="r" b="b"/>
            <a:pathLst>
              <a:path w="2565878" h="2976665">
                <a:moveTo>
                  <a:pt x="1370435" y="1"/>
                </a:moveTo>
                <a:cubicBezTo>
                  <a:pt x="1563937" y="-83"/>
                  <a:pt x="1753566" y="20408"/>
                  <a:pt x="1939321" y="61477"/>
                </a:cubicBezTo>
                <a:cubicBezTo>
                  <a:pt x="2125075" y="102545"/>
                  <a:pt x="2293279" y="164696"/>
                  <a:pt x="2443931" y="247930"/>
                </a:cubicBezTo>
                <a:lnTo>
                  <a:pt x="2155316" y="943000"/>
                </a:lnTo>
                <a:cubicBezTo>
                  <a:pt x="1874882" y="801380"/>
                  <a:pt x="1610541" y="730908"/>
                  <a:pt x="1362294" y="731584"/>
                </a:cubicBezTo>
                <a:cubicBezTo>
                  <a:pt x="1223983" y="732940"/>
                  <a:pt x="1127140" y="750558"/>
                  <a:pt x="1071765" y="784439"/>
                </a:cubicBezTo>
                <a:cubicBezTo>
                  <a:pt x="1016390" y="818320"/>
                  <a:pt x="989762" y="860332"/>
                  <a:pt x="991882" y="910475"/>
                </a:cubicBezTo>
                <a:cubicBezTo>
                  <a:pt x="996079" y="976172"/>
                  <a:pt x="1050645" y="1024663"/>
                  <a:pt x="1155577" y="1055948"/>
                </a:cubicBezTo>
                <a:cubicBezTo>
                  <a:pt x="1260511" y="1087233"/>
                  <a:pt x="1390628" y="1116994"/>
                  <a:pt x="1545929" y="1145233"/>
                </a:cubicBezTo>
                <a:cubicBezTo>
                  <a:pt x="1701230" y="1173471"/>
                  <a:pt x="1856531" y="1215869"/>
                  <a:pt x="2011832" y="1272428"/>
                </a:cubicBezTo>
                <a:cubicBezTo>
                  <a:pt x="2167133" y="1328986"/>
                  <a:pt x="2297250" y="1415386"/>
                  <a:pt x="2402183" y="1531630"/>
                </a:cubicBezTo>
                <a:cubicBezTo>
                  <a:pt x="2507116" y="1647873"/>
                  <a:pt x="2561681" y="1809642"/>
                  <a:pt x="2565878" y="2016938"/>
                </a:cubicBezTo>
                <a:cubicBezTo>
                  <a:pt x="2565857" y="2192735"/>
                  <a:pt x="2516669" y="2352828"/>
                  <a:pt x="2418316" y="2497214"/>
                </a:cubicBezTo>
                <a:cubicBezTo>
                  <a:pt x="2319962" y="2641600"/>
                  <a:pt x="2172575" y="2757054"/>
                  <a:pt x="1976153" y="2843576"/>
                </a:cubicBezTo>
                <a:cubicBezTo>
                  <a:pt x="1779732" y="2930097"/>
                  <a:pt x="1534407" y="2974460"/>
                  <a:pt x="1240180" y="2976665"/>
                </a:cubicBezTo>
                <a:cubicBezTo>
                  <a:pt x="998070" y="2975394"/>
                  <a:pt x="767453" y="2948469"/>
                  <a:pt x="548329" y="2895886"/>
                </a:cubicBezTo>
                <a:cubicBezTo>
                  <a:pt x="329205" y="2843304"/>
                  <a:pt x="146429" y="2772687"/>
                  <a:pt x="0" y="2684034"/>
                </a:cubicBezTo>
                <a:lnTo>
                  <a:pt x="308964" y="1984345"/>
                </a:lnTo>
                <a:cubicBezTo>
                  <a:pt x="445896" y="2064722"/>
                  <a:pt x="596824" y="2128039"/>
                  <a:pt x="761746" y="2174296"/>
                </a:cubicBezTo>
                <a:cubicBezTo>
                  <a:pt x="926668" y="2220553"/>
                  <a:pt x="1088860" y="2244148"/>
                  <a:pt x="1248321" y="2245082"/>
                </a:cubicBezTo>
                <a:cubicBezTo>
                  <a:pt x="1383070" y="2244742"/>
                  <a:pt x="1478896" y="2231162"/>
                  <a:pt x="1535799" y="2204342"/>
                </a:cubicBezTo>
                <a:cubicBezTo>
                  <a:pt x="1592701" y="2177521"/>
                  <a:pt x="1620346" y="2139497"/>
                  <a:pt x="1618735" y="2090269"/>
                </a:cubicBezTo>
                <a:cubicBezTo>
                  <a:pt x="1614538" y="2021271"/>
                  <a:pt x="1559973" y="1970175"/>
                  <a:pt x="1455040" y="1936981"/>
                </a:cubicBezTo>
                <a:cubicBezTo>
                  <a:pt x="1350106" y="1903786"/>
                  <a:pt x="1219989" y="1872509"/>
                  <a:pt x="1064688" y="1843148"/>
                </a:cubicBezTo>
                <a:cubicBezTo>
                  <a:pt x="909387" y="1813787"/>
                  <a:pt x="754086" y="1770357"/>
                  <a:pt x="598785" y="1712858"/>
                </a:cubicBezTo>
                <a:cubicBezTo>
                  <a:pt x="443484" y="1655360"/>
                  <a:pt x="313367" y="1567807"/>
                  <a:pt x="208434" y="1450200"/>
                </a:cubicBezTo>
                <a:cubicBezTo>
                  <a:pt x="103501" y="1332594"/>
                  <a:pt x="48936" y="1168948"/>
                  <a:pt x="44739" y="959262"/>
                </a:cubicBezTo>
                <a:cubicBezTo>
                  <a:pt x="44761" y="781059"/>
                  <a:pt x="93948" y="619873"/>
                  <a:pt x="192302" y="475704"/>
                </a:cubicBezTo>
                <a:cubicBezTo>
                  <a:pt x="290656" y="331534"/>
                  <a:pt x="438043" y="216722"/>
                  <a:pt x="634464" y="131268"/>
                </a:cubicBezTo>
                <a:cubicBezTo>
                  <a:pt x="830886" y="45813"/>
                  <a:pt x="1076209" y="2058"/>
                  <a:pt x="1370435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48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C25504-D1D9-4D58-8A6B-1984E89FFD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523" y="2001383"/>
            <a:ext cx="5305477" cy="3131165"/>
          </a:xfrm>
          <a:custGeom>
            <a:avLst/>
            <a:gdLst/>
            <a:ahLst/>
            <a:cxnLst/>
            <a:rect l="l" t="t" r="r" b="b"/>
            <a:pathLst>
              <a:path w="4823161" h="2846514">
                <a:moveTo>
                  <a:pt x="0" y="0"/>
                </a:moveTo>
                <a:lnTo>
                  <a:pt x="988218" y="0"/>
                </a:lnTo>
                <a:lnTo>
                  <a:pt x="1484360" y="1618452"/>
                </a:lnTo>
                <a:lnTo>
                  <a:pt x="2008969" y="0"/>
                </a:lnTo>
                <a:lnTo>
                  <a:pt x="2891452" y="0"/>
                </a:lnTo>
                <a:lnTo>
                  <a:pt x="3387594" y="1638784"/>
                </a:lnTo>
                <a:lnTo>
                  <a:pt x="3912204" y="0"/>
                </a:lnTo>
                <a:lnTo>
                  <a:pt x="4823161" y="0"/>
                </a:lnTo>
                <a:lnTo>
                  <a:pt x="3912204" y="2846514"/>
                </a:lnTo>
                <a:lnTo>
                  <a:pt x="2883319" y="2846514"/>
                </a:lnTo>
                <a:lnTo>
                  <a:pt x="2423777" y="1325669"/>
                </a:lnTo>
                <a:lnTo>
                  <a:pt x="1939835" y="2846514"/>
                </a:lnTo>
                <a:lnTo>
                  <a:pt x="910950" y="28465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7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602F685-7047-45D9-A23C-03BD3DE7AF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7161" y="1340768"/>
            <a:ext cx="4275918" cy="3961939"/>
          </a:xfrm>
          <a:custGeom>
            <a:avLst/>
            <a:gdLst/>
            <a:ahLst/>
            <a:cxnLst/>
            <a:rect l="l" t="t" r="r" b="b"/>
            <a:pathLst>
              <a:path w="3212560" h="2976664">
                <a:moveTo>
                  <a:pt x="1606279" y="776322"/>
                </a:moveTo>
                <a:cubicBezTo>
                  <a:pt x="1424794" y="778272"/>
                  <a:pt x="1274080" y="841506"/>
                  <a:pt x="1154135" y="966025"/>
                </a:cubicBezTo>
                <a:cubicBezTo>
                  <a:pt x="1034190" y="1090544"/>
                  <a:pt x="971972" y="1264648"/>
                  <a:pt x="967479" y="1488336"/>
                </a:cubicBezTo>
                <a:cubicBezTo>
                  <a:pt x="971972" y="1712025"/>
                  <a:pt x="1034190" y="1886127"/>
                  <a:pt x="1154135" y="2010643"/>
                </a:cubicBezTo>
                <a:cubicBezTo>
                  <a:pt x="1274080" y="2135159"/>
                  <a:pt x="1424794" y="2198392"/>
                  <a:pt x="1606279" y="2200342"/>
                </a:cubicBezTo>
                <a:cubicBezTo>
                  <a:pt x="1787764" y="2198392"/>
                  <a:pt x="1938479" y="2135159"/>
                  <a:pt x="2058424" y="2010643"/>
                </a:cubicBezTo>
                <a:cubicBezTo>
                  <a:pt x="2178369" y="1886127"/>
                  <a:pt x="2240588" y="1712025"/>
                  <a:pt x="2245080" y="1488336"/>
                </a:cubicBezTo>
                <a:cubicBezTo>
                  <a:pt x="2240588" y="1264648"/>
                  <a:pt x="2178369" y="1090544"/>
                  <a:pt x="2058424" y="966025"/>
                </a:cubicBezTo>
                <a:cubicBezTo>
                  <a:pt x="1938479" y="841506"/>
                  <a:pt x="1787764" y="778272"/>
                  <a:pt x="1606279" y="776322"/>
                </a:cubicBezTo>
                <a:close/>
                <a:moveTo>
                  <a:pt x="1606279" y="0"/>
                </a:moveTo>
                <a:cubicBezTo>
                  <a:pt x="1918075" y="2404"/>
                  <a:pt x="2194286" y="67144"/>
                  <a:pt x="2434909" y="194220"/>
                </a:cubicBezTo>
                <a:cubicBezTo>
                  <a:pt x="2675533" y="321296"/>
                  <a:pt x="2864633" y="496284"/>
                  <a:pt x="3002210" y="719182"/>
                </a:cubicBezTo>
                <a:cubicBezTo>
                  <a:pt x="3139787" y="942080"/>
                  <a:pt x="3209904" y="1198465"/>
                  <a:pt x="3212560" y="1488336"/>
                </a:cubicBezTo>
                <a:cubicBezTo>
                  <a:pt x="3209904" y="1778205"/>
                  <a:pt x="3139787" y="2034588"/>
                  <a:pt x="3002210" y="2257485"/>
                </a:cubicBezTo>
                <a:cubicBezTo>
                  <a:pt x="2864633" y="2480382"/>
                  <a:pt x="2675533" y="2655368"/>
                  <a:pt x="2434910" y="2782444"/>
                </a:cubicBezTo>
                <a:cubicBezTo>
                  <a:pt x="2194286" y="2909520"/>
                  <a:pt x="1918075" y="2974260"/>
                  <a:pt x="1606279" y="2976664"/>
                </a:cubicBezTo>
                <a:cubicBezTo>
                  <a:pt x="1294485" y="2974260"/>
                  <a:pt x="1018276" y="2909520"/>
                  <a:pt x="777652" y="2782444"/>
                </a:cubicBezTo>
                <a:cubicBezTo>
                  <a:pt x="537029" y="2655369"/>
                  <a:pt x="347929" y="2480382"/>
                  <a:pt x="210351" y="2257485"/>
                </a:cubicBezTo>
                <a:cubicBezTo>
                  <a:pt x="72773" y="2034588"/>
                  <a:pt x="2656" y="1778205"/>
                  <a:pt x="0" y="1488336"/>
                </a:cubicBezTo>
                <a:cubicBezTo>
                  <a:pt x="2656" y="1198465"/>
                  <a:pt x="72773" y="942080"/>
                  <a:pt x="210351" y="719182"/>
                </a:cubicBezTo>
                <a:cubicBezTo>
                  <a:pt x="347928" y="496284"/>
                  <a:pt x="537029" y="321296"/>
                  <a:pt x="777652" y="194220"/>
                </a:cubicBezTo>
                <a:cubicBezTo>
                  <a:pt x="1018277" y="67144"/>
                  <a:pt x="1294485" y="2404"/>
                  <a:pt x="16062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3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AE8D68-5F87-4263-B32C-AE51BE551E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746" y="1573780"/>
            <a:ext cx="3496387" cy="3788710"/>
          </a:xfrm>
          <a:custGeom>
            <a:avLst/>
            <a:gdLst/>
            <a:ahLst/>
            <a:cxnLst/>
            <a:rect l="l" t="t" r="r" b="b"/>
            <a:pathLst>
              <a:path w="2626887" h="2846514">
                <a:moveTo>
                  <a:pt x="0" y="0"/>
                </a:moveTo>
                <a:lnTo>
                  <a:pt x="2626887" y="0"/>
                </a:lnTo>
                <a:lnTo>
                  <a:pt x="2626887" y="743785"/>
                </a:lnTo>
                <a:lnTo>
                  <a:pt x="1793116" y="743785"/>
                </a:lnTo>
                <a:lnTo>
                  <a:pt x="1793116" y="2846514"/>
                </a:lnTo>
                <a:lnTo>
                  <a:pt x="833771" y="2846514"/>
                </a:lnTo>
                <a:lnTo>
                  <a:pt x="833771" y="743785"/>
                </a:lnTo>
                <a:lnTo>
                  <a:pt x="0" y="7437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2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BC1CE-EA82-4634-850F-BDE9C753EF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2924944"/>
            <a:ext cx="4799856" cy="2636912"/>
          </a:xfrm>
          <a:custGeom>
            <a:avLst/>
            <a:gdLst>
              <a:gd name="connsiteX0" fmla="*/ 0 w 4799856"/>
              <a:gd name="connsiteY0" fmla="*/ 0 h 2636912"/>
              <a:gd name="connsiteX1" fmla="*/ 4799856 w 4799856"/>
              <a:gd name="connsiteY1" fmla="*/ 0 h 2636912"/>
              <a:gd name="connsiteX2" fmla="*/ 4799856 w 4799856"/>
              <a:gd name="connsiteY2" fmla="*/ 2636912 h 2636912"/>
              <a:gd name="connsiteX3" fmla="*/ 0 w 4799856"/>
              <a:gd name="connsiteY3" fmla="*/ 2636912 h 2636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9856" h="2636912">
                <a:moveTo>
                  <a:pt x="0" y="0"/>
                </a:moveTo>
                <a:lnTo>
                  <a:pt x="4799856" y="0"/>
                </a:lnTo>
                <a:lnTo>
                  <a:pt x="4799856" y="2636912"/>
                </a:lnTo>
                <a:lnTo>
                  <a:pt x="0" y="26369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9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46CA87-DB8B-4F6D-8D49-E8F122E84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962" y="0"/>
            <a:ext cx="5376548" cy="6858000"/>
          </a:xfrm>
          <a:custGeom>
            <a:avLst/>
            <a:gdLst>
              <a:gd name="connsiteX0" fmla="*/ 2465040 w 5376548"/>
              <a:gd name="connsiteY0" fmla="*/ 0 h 6872188"/>
              <a:gd name="connsiteX1" fmla="*/ 5376548 w 5376548"/>
              <a:gd name="connsiteY1" fmla="*/ 0 h 6872188"/>
              <a:gd name="connsiteX2" fmla="*/ 2911508 w 5376548"/>
              <a:gd name="connsiteY2" fmla="*/ 6872188 h 6872188"/>
              <a:gd name="connsiteX3" fmla="*/ 0 w 5376548"/>
              <a:gd name="connsiteY3" fmla="*/ 6872188 h 687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6548" h="6872188">
                <a:moveTo>
                  <a:pt x="2465040" y="0"/>
                </a:moveTo>
                <a:lnTo>
                  <a:pt x="5376548" y="0"/>
                </a:lnTo>
                <a:lnTo>
                  <a:pt x="2911508" y="6872188"/>
                </a:lnTo>
                <a:lnTo>
                  <a:pt x="0" y="68721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1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2DCA58B-C017-45DC-ABD1-2A5113C37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108772" cy="685800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926633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2DCA58B-C017-45DC-ABD1-2A5113C37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3228" y="0"/>
            <a:ext cx="6108772" cy="685800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641404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4260677-7757-4247-BE3B-3BD406C4B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702" y="764704"/>
            <a:ext cx="5259290" cy="2664297"/>
          </a:xfrm>
          <a:custGeom>
            <a:avLst/>
            <a:gdLst>
              <a:gd name="connsiteX0" fmla="*/ 0 w 5259290"/>
              <a:gd name="connsiteY0" fmla="*/ 0 h 2664297"/>
              <a:gd name="connsiteX1" fmla="*/ 5259290 w 5259290"/>
              <a:gd name="connsiteY1" fmla="*/ 0 h 2664297"/>
              <a:gd name="connsiteX2" fmla="*/ 5259290 w 5259290"/>
              <a:gd name="connsiteY2" fmla="*/ 2664297 h 2664297"/>
              <a:gd name="connsiteX3" fmla="*/ 0 w 5259290"/>
              <a:gd name="connsiteY3" fmla="*/ 2664297 h 26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9290" h="2664297">
                <a:moveTo>
                  <a:pt x="0" y="0"/>
                </a:moveTo>
                <a:lnTo>
                  <a:pt x="5259290" y="0"/>
                </a:lnTo>
                <a:lnTo>
                  <a:pt x="5259290" y="2664297"/>
                </a:lnTo>
                <a:lnTo>
                  <a:pt x="0" y="26642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E7BAEE-7551-45B8-8476-810F6A7FC0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5799" y="764704"/>
            <a:ext cx="5259290" cy="2664297"/>
          </a:xfrm>
          <a:custGeom>
            <a:avLst/>
            <a:gdLst>
              <a:gd name="connsiteX0" fmla="*/ 0 w 5259290"/>
              <a:gd name="connsiteY0" fmla="*/ 0 h 2664297"/>
              <a:gd name="connsiteX1" fmla="*/ 5259290 w 5259290"/>
              <a:gd name="connsiteY1" fmla="*/ 0 h 2664297"/>
              <a:gd name="connsiteX2" fmla="*/ 5259290 w 5259290"/>
              <a:gd name="connsiteY2" fmla="*/ 2664297 h 2664297"/>
              <a:gd name="connsiteX3" fmla="*/ 0 w 5259290"/>
              <a:gd name="connsiteY3" fmla="*/ 2664297 h 26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9290" h="2664297">
                <a:moveTo>
                  <a:pt x="0" y="0"/>
                </a:moveTo>
                <a:lnTo>
                  <a:pt x="5259290" y="0"/>
                </a:lnTo>
                <a:lnTo>
                  <a:pt x="5259290" y="2664297"/>
                </a:lnTo>
                <a:lnTo>
                  <a:pt x="0" y="26642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71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100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DA16F73-EC15-48CE-9746-C919B2A7FD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1812080"/>
            <a:ext cx="3744416" cy="5045920"/>
          </a:xfrm>
          <a:custGeom>
            <a:avLst/>
            <a:gdLst>
              <a:gd name="connsiteX0" fmla="*/ 0 w 3744416"/>
              <a:gd name="connsiteY0" fmla="*/ 0 h 5045920"/>
              <a:gd name="connsiteX1" fmla="*/ 3120334 w 3744416"/>
              <a:gd name="connsiteY1" fmla="*/ 0 h 5045920"/>
              <a:gd name="connsiteX2" fmla="*/ 3744416 w 3744416"/>
              <a:gd name="connsiteY2" fmla="*/ 624082 h 5045920"/>
              <a:gd name="connsiteX3" fmla="*/ 3744416 w 3744416"/>
              <a:gd name="connsiteY3" fmla="*/ 5045920 h 5045920"/>
              <a:gd name="connsiteX4" fmla="*/ 0 w 3744416"/>
              <a:gd name="connsiteY4" fmla="*/ 5045920 h 50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4416" h="5045920">
                <a:moveTo>
                  <a:pt x="0" y="0"/>
                </a:moveTo>
                <a:lnTo>
                  <a:pt x="3120334" y="0"/>
                </a:lnTo>
                <a:cubicBezTo>
                  <a:pt x="3465005" y="0"/>
                  <a:pt x="3744416" y="279411"/>
                  <a:pt x="3744416" y="624082"/>
                </a:cubicBezTo>
                <a:lnTo>
                  <a:pt x="3744416" y="5045920"/>
                </a:lnTo>
                <a:lnTo>
                  <a:pt x="0" y="504592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387560BE-DC23-4257-9EB5-D1BDC6DD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016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3E8C86A-3F73-4923-9ECF-53440ADB84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95800" cy="6858000"/>
          </a:xfrm>
          <a:custGeom>
            <a:avLst/>
            <a:gdLst>
              <a:gd name="connsiteX0" fmla="*/ 0 w 5426116"/>
              <a:gd name="connsiteY0" fmla="*/ 0 h 4489456"/>
              <a:gd name="connsiteX1" fmla="*/ 5426116 w 5426116"/>
              <a:gd name="connsiteY1" fmla="*/ 0 h 4489456"/>
              <a:gd name="connsiteX2" fmla="*/ 5426116 w 5426116"/>
              <a:gd name="connsiteY2" fmla="*/ 4489456 h 4489456"/>
              <a:gd name="connsiteX3" fmla="*/ 0 w 5426116"/>
              <a:gd name="connsiteY3" fmla="*/ 4489456 h 448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6116" h="4489456">
                <a:moveTo>
                  <a:pt x="0" y="0"/>
                </a:moveTo>
                <a:lnTo>
                  <a:pt x="5426116" y="0"/>
                </a:lnTo>
                <a:lnTo>
                  <a:pt x="5426116" y="4489456"/>
                </a:lnTo>
                <a:lnTo>
                  <a:pt x="0" y="44894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589396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72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95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9F0742C-FD4A-4144-8BB2-FF5A38EF34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04312" y="2249041"/>
            <a:ext cx="2630762" cy="3948545"/>
          </a:xfrm>
          <a:custGeom>
            <a:avLst/>
            <a:gdLst>
              <a:gd name="connsiteX0" fmla="*/ 0 w 2630762"/>
              <a:gd name="connsiteY0" fmla="*/ 0 h 3948545"/>
              <a:gd name="connsiteX1" fmla="*/ 2630762 w 2630762"/>
              <a:gd name="connsiteY1" fmla="*/ 0 h 3948545"/>
              <a:gd name="connsiteX2" fmla="*/ 2630762 w 2630762"/>
              <a:gd name="connsiteY2" fmla="*/ 3948545 h 3948545"/>
              <a:gd name="connsiteX3" fmla="*/ 0 w 2630762"/>
              <a:gd name="connsiteY3" fmla="*/ 3948545 h 394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762" h="3948545">
                <a:moveTo>
                  <a:pt x="0" y="0"/>
                </a:moveTo>
                <a:lnTo>
                  <a:pt x="2630762" y="0"/>
                </a:lnTo>
                <a:lnTo>
                  <a:pt x="2630762" y="3948545"/>
                </a:lnTo>
                <a:lnTo>
                  <a:pt x="0" y="39485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82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9F0742C-FD4A-4144-8BB2-FF5A38EF34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8957" y="2909456"/>
            <a:ext cx="2630762" cy="3948545"/>
          </a:xfrm>
          <a:custGeom>
            <a:avLst/>
            <a:gdLst>
              <a:gd name="connsiteX0" fmla="*/ 0 w 2630762"/>
              <a:gd name="connsiteY0" fmla="*/ 0 h 3948545"/>
              <a:gd name="connsiteX1" fmla="*/ 2630762 w 2630762"/>
              <a:gd name="connsiteY1" fmla="*/ 0 h 3948545"/>
              <a:gd name="connsiteX2" fmla="*/ 2630762 w 2630762"/>
              <a:gd name="connsiteY2" fmla="*/ 3948545 h 3948545"/>
              <a:gd name="connsiteX3" fmla="*/ 0 w 2630762"/>
              <a:gd name="connsiteY3" fmla="*/ 3948545 h 394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762" h="3948545">
                <a:moveTo>
                  <a:pt x="0" y="0"/>
                </a:moveTo>
                <a:lnTo>
                  <a:pt x="2630762" y="0"/>
                </a:lnTo>
                <a:lnTo>
                  <a:pt x="2630762" y="3948545"/>
                </a:lnTo>
                <a:lnTo>
                  <a:pt x="0" y="39485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1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342900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2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B45174C-FE3E-4C40-8445-C61C406846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52184" y="0"/>
            <a:ext cx="4437267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7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5440" y="2852936"/>
            <a:ext cx="5112568" cy="274167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B8E9633-88BC-44CF-B8FF-0341E95DBF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79432" y="2852936"/>
            <a:ext cx="5112568" cy="274167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80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57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85B3351-C060-4E29-8F91-09A32FB653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21969" y="3881682"/>
            <a:ext cx="7348062" cy="29854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0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14FF0B-A0FC-451B-B831-BE1E4F1897A7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FC94E3A-C667-40E9-AFF4-547A581D12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963" y="2389023"/>
            <a:ext cx="5837808" cy="31491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971B090-223B-42F4-B988-C019D02756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9771" y="2489094"/>
            <a:ext cx="2216080" cy="29010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90E8383-E483-4C3A-A362-462C727402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5883" y="2489094"/>
            <a:ext cx="2216080" cy="29010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7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04E689-EA4D-4CF3-99DD-8B1907588166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F02E621-6FB2-48A8-A660-4948FA313B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5317" y="3016289"/>
            <a:ext cx="2795238" cy="196063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2B704DD-51B2-42D4-80BA-6A5F5766C3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434" y="2901173"/>
            <a:ext cx="3202599" cy="224637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D04B28E-5860-4178-A407-402164A80E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6626" y="2712165"/>
            <a:ext cx="3879839" cy="27214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3C05908-903D-43CC-95A4-FDDBCCB17E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66967" y="2521949"/>
            <a:ext cx="4762058" cy="3340211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1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CC9800D-A3B5-4FC3-BA5C-B074691F11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19863" y="2615491"/>
            <a:ext cx="2862902" cy="49840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632D22B-A0B2-4009-BEF6-752BADE996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32157" y="3266067"/>
            <a:ext cx="1570121" cy="27411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4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E2EC1-35CD-48F8-B82F-BCA7BCE6CC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4013" y="1628801"/>
            <a:ext cx="1911063" cy="3425493"/>
          </a:xfrm>
          <a:custGeom>
            <a:avLst/>
            <a:gdLst>
              <a:gd name="connsiteX0" fmla="*/ 0 w 1911063"/>
              <a:gd name="connsiteY0" fmla="*/ 0 h 3425493"/>
              <a:gd name="connsiteX1" fmla="*/ 1911063 w 1911063"/>
              <a:gd name="connsiteY1" fmla="*/ 0 h 3425493"/>
              <a:gd name="connsiteX2" fmla="*/ 1911063 w 1911063"/>
              <a:gd name="connsiteY2" fmla="*/ 3425493 h 3425493"/>
              <a:gd name="connsiteX3" fmla="*/ 0 w 1911063"/>
              <a:gd name="connsiteY3" fmla="*/ 3425493 h 3425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63" h="3425493">
                <a:moveTo>
                  <a:pt x="0" y="0"/>
                </a:moveTo>
                <a:lnTo>
                  <a:pt x="1911063" y="0"/>
                </a:lnTo>
                <a:lnTo>
                  <a:pt x="1911063" y="3425493"/>
                </a:lnTo>
                <a:lnTo>
                  <a:pt x="0" y="3425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3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58C9E6E-7B87-4737-A188-51EFC1AF60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42218" y="1846810"/>
            <a:ext cx="1899862" cy="331447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23FB705-7D90-478B-AE79-21CCF24A5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40538" y="1765530"/>
            <a:ext cx="1991302" cy="3497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E28F855-B85F-4108-B531-6D979ACC3E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9174" y="3360650"/>
            <a:ext cx="12201174" cy="3497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7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3B94FFF-BBCE-42E5-9370-C5CDE682A6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41422" y="2984390"/>
            <a:ext cx="1666780" cy="2891990"/>
          </a:xfrm>
          <a:custGeom>
            <a:avLst/>
            <a:gdLst>
              <a:gd name="connsiteX0" fmla="*/ 0 w 1666780"/>
              <a:gd name="connsiteY0" fmla="*/ 0 h 2891990"/>
              <a:gd name="connsiteX1" fmla="*/ 1666780 w 1666780"/>
              <a:gd name="connsiteY1" fmla="*/ 0 h 2891990"/>
              <a:gd name="connsiteX2" fmla="*/ 1666780 w 1666780"/>
              <a:gd name="connsiteY2" fmla="*/ 2891990 h 2891990"/>
              <a:gd name="connsiteX3" fmla="*/ 0 w 1666780"/>
              <a:gd name="connsiteY3" fmla="*/ 2891990 h 28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780" h="2891990">
                <a:moveTo>
                  <a:pt x="0" y="0"/>
                </a:moveTo>
                <a:lnTo>
                  <a:pt x="1666780" y="0"/>
                </a:lnTo>
                <a:lnTo>
                  <a:pt x="1666780" y="2891990"/>
                </a:lnTo>
                <a:lnTo>
                  <a:pt x="0" y="2891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1CCB1E5-42E5-484C-AA9D-6863C7C727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83795" y="2984390"/>
            <a:ext cx="1666780" cy="2891990"/>
          </a:xfrm>
          <a:custGeom>
            <a:avLst/>
            <a:gdLst>
              <a:gd name="connsiteX0" fmla="*/ 0 w 1666780"/>
              <a:gd name="connsiteY0" fmla="*/ 0 h 2891990"/>
              <a:gd name="connsiteX1" fmla="*/ 1666780 w 1666780"/>
              <a:gd name="connsiteY1" fmla="*/ 0 h 2891990"/>
              <a:gd name="connsiteX2" fmla="*/ 1666780 w 1666780"/>
              <a:gd name="connsiteY2" fmla="*/ 2891990 h 2891990"/>
              <a:gd name="connsiteX3" fmla="*/ 0 w 1666780"/>
              <a:gd name="connsiteY3" fmla="*/ 2891990 h 28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780" h="2891990">
                <a:moveTo>
                  <a:pt x="0" y="0"/>
                </a:moveTo>
                <a:lnTo>
                  <a:pt x="1666780" y="0"/>
                </a:lnTo>
                <a:lnTo>
                  <a:pt x="1666780" y="2891990"/>
                </a:lnTo>
                <a:lnTo>
                  <a:pt x="0" y="2891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01397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376F37-1C08-45AF-8BD0-167BFECB2C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714194A-0C47-432F-8C28-844A45734E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04391" y="2123235"/>
            <a:ext cx="1760487" cy="3066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4DD21FC-938B-42BB-834E-843D5BA282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7471" y="2309751"/>
            <a:ext cx="1552669" cy="26956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779F1EC-6DF2-4259-B725-F8B3083767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68816" y="2309751"/>
            <a:ext cx="1552669" cy="26956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118087-9F95-4866-BBDA-72660FF04B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35166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7BDC00C-0503-4C49-83F0-641EF2250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7537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75095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2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53243" y="3062917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7BDC00C-0503-4C49-83F0-641EF2250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47739" y="1272217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62295" y="102149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872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C660AF4-373F-41EA-BA09-740FA305AC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67217" y="1844590"/>
            <a:ext cx="1746749" cy="3090158"/>
          </a:xfrm>
          <a:custGeom>
            <a:avLst/>
            <a:gdLst>
              <a:gd name="connsiteX0" fmla="*/ 0 w 1746749"/>
              <a:gd name="connsiteY0" fmla="*/ 0 h 3090158"/>
              <a:gd name="connsiteX1" fmla="*/ 1746749 w 1746749"/>
              <a:gd name="connsiteY1" fmla="*/ 0 h 3090158"/>
              <a:gd name="connsiteX2" fmla="*/ 1746749 w 1746749"/>
              <a:gd name="connsiteY2" fmla="*/ 3090158 h 3090158"/>
              <a:gd name="connsiteX3" fmla="*/ 0 w 1746749"/>
              <a:gd name="connsiteY3" fmla="*/ 3090158 h 309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6749" h="3090158">
                <a:moveTo>
                  <a:pt x="0" y="0"/>
                </a:moveTo>
                <a:lnTo>
                  <a:pt x="1746749" y="0"/>
                </a:lnTo>
                <a:lnTo>
                  <a:pt x="1746749" y="3090158"/>
                </a:lnTo>
                <a:lnTo>
                  <a:pt x="0" y="30901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247690EC-3405-4E74-9B03-A516BB9099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81484" y="1844590"/>
            <a:ext cx="1746749" cy="3090158"/>
          </a:xfrm>
          <a:custGeom>
            <a:avLst/>
            <a:gdLst>
              <a:gd name="connsiteX0" fmla="*/ 0 w 1746749"/>
              <a:gd name="connsiteY0" fmla="*/ 0 h 3090158"/>
              <a:gd name="connsiteX1" fmla="*/ 1746749 w 1746749"/>
              <a:gd name="connsiteY1" fmla="*/ 0 h 3090158"/>
              <a:gd name="connsiteX2" fmla="*/ 1746749 w 1746749"/>
              <a:gd name="connsiteY2" fmla="*/ 3090158 h 3090158"/>
              <a:gd name="connsiteX3" fmla="*/ 0 w 1746749"/>
              <a:gd name="connsiteY3" fmla="*/ 3090158 h 309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6749" h="3090158">
                <a:moveTo>
                  <a:pt x="0" y="0"/>
                </a:moveTo>
                <a:lnTo>
                  <a:pt x="1746749" y="0"/>
                </a:lnTo>
                <a:lnTo>
                  <a:pt x="1746749" y="3090158"/>
                </a:lnTo>
                <a:lnTo>
                  <a:pt x="0" y="30901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5314FE4-2CA7-427F-8C8D-61F0227C047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289923" y="1452104"/>
            <a:ext cx="2115605" cy="3650723"/>
          </a:xfrm>
          <a:custGeom>
            <a:avLst/>
            <a:gdLst>
              <a:gd name="connsiteX0" fmla="*/ 0 w 2115605"/>
              <a:gd name="connsiteY0" fmla="*/ 0 h 3650723"/>
              <a:gd name="connsiteX1" fmla="*/ 2115605 w 2115605"/>
              <a:gd name="connsiteY1" fmla="*/ 0 h 3650723"/>
              <a:gd name="connsiteX2" fmla="*/ 2115605 w 2115605"/>
              <a:gd name="connsiteY2" fmla="*/ 3650723 h 3650723"/>
              <a:gd name="connsiteX3" fmla="*/ 0 w 2115605"/>
              <a:gd name="connsiteY3" fmla="*/ 3650723 h 365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5605" h="3650723">
                <a:moveTo>
                  <a:pt x="0" y="0"/>
                </a:moveTo>
                <a:lnTo>
                  <a:pt x="2115605" y="0"/>
                </a:lnTo>
                <a:lnTo>
                  <a:pt x="2115605" y="3650723"/>
                </a:lnTo>
                <a:lnTo>
                  <a:pt x="0" y="365072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474491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89709" y="1357470"/>
            <a:ext cx="3337590" cy="44051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0664" y="2961656"/>
            <a:ext cx="1588632" cy="28500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7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FB91CA0-B5FE-45F9-A232-8D083C8D59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0160" y="2966407"/>
            <a:ext cx="12202160" cy="38915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6659A30-EEC6-44FD-965C-E821AFCAF8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34750" y="2134825"/>
            <a:ext cx="2149010" cy="28435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C537832-7B93-4C65-AAC4-EB6F2E4BBE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43934" y="1990474"/>
            <a:ext cx="2340785" cy="30895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6D51DA-3E88-4008-AD00-1E1BEF25CA0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528560" y="2134825"/>
            <a:ext cx="2164080" cy="28435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0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C537832-7B93-4C65-AAC4-EB6F2E4BBE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58794" y="1208284"/>
            <a:ext cx="3303598" cy="43603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1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C16F2FF-45A0-412D-86B3-B7F3AFDDEC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84064" y="1284682"/>
            <a:ext cx="2699768" cy="365648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528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E112C98-16E2-43CE-84D2-7E25AC6734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80820" y="2114216"/>
            <a:ext cx="2359419" cy="31406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406A819-3C59-4DA7-B484-7F8944E881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11958" y="3287110"/>
            <a:ext cx="3134271" cy="2353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46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A38EA06-B660-4829-A21D-699F63964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05036" y="3084131"/>
            <a:ext cx="2864204" cy="18026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1DDD39-8B9B-486A-B021-222EE934C6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54157" y="3084131"/>
            <a:ext cx="2864204" cy="18026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C7AD693-9E71-4649-8E12-BB974924D2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45441" y="2019435"/>
            <a:ext cx="4714407" cy="2957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7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E4836EE-3660-431C-B816-24C059DA05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43981" y="1135157"/>
            <a:ext cx="6947891" cy="43512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63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14DA796-0487-40B5-BC5C-1B4FC5145D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82575" y="-1"/>
            <a:ext cx="7809422" cy="6858003"/>
          </a:xfrm>
          <a:custGeom>
            <a:avLst/>
            <a:gdLst>
              <a:gd name="connsiteX0" fmla="*/ 3872684 w 7809422"/>
              <a:gd name="connsiteY0" fmla="*/ 0 h 6858003"/>
              <a:gd name="connsiteX1" fmla="*/ 7809422 w 7809422"/>
              <a:gd name="connsiteY1" fmla="*/ 1 h 6858003"/>
              <a:gd name="connsiteX2" fmla="*/ 7809422 w 7809422"/>
              <a:gd name="connsiteY2" fmla="*/ 6858003 h 6858003"/>
              <a:gd name="connsiteX3" fmla="*/ 0 w 7809422"/>
              <a:gd name="connsiteY3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9422" h="6858003">
                <a:moveTo>
                  <a:pt x="3872684" y="0"/>
                </a:moveTo>
                <a:lnTo>
                  <a:pt x="7809422" y="1"/>
                </a:lnTo>
                <a:lnTo>
                  <a:pt x="7809422" y="6858003"/>
                </a:lnTo>
                <a:lnTo>
                  <a:pt x="0" y="685800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28E47114-0FFE-42F7-A089-8888A62CD1E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67350" y="1258075"/>
            <a:ext cx="4362450" cy="2472571"/>
          </a:xfrm>
          <a:custGeom>
            <a:avLst/>
            <a:gdLst>
              <a:gd name="connsiteX0" fmla="*/ 0 w 4362450"/>
              <a:gd name="connsiteY0" fmla="*/ 0 h 2472571"/>
              <a:gd name="connsiteX1" fmla="*/ 4362450 w 4362450"/>
              <a:gd name="connsiteY1" fmla="*/ 0 h 2472571"/>
              <a:gd name="connsiteX2" fmla="*/ 4362450 w 4362450"/>
              <a:gd name="connsiteY2" fmla="*/ 2472571 h 2472571"/>
              <a:gd name="connsiteX3" fmla="*/ 0 w 4362450"/>
              <a:gd name="connsiteY3" fmla="*/ 2472571 h 24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2450" h="2472571">
                <a:moveTo>
                  <a:pt x="0" y="0"/>
                </a:moveTo>
                <a:lnTo>
                  <a:pt x="4362450" y="0"/>
                </a:lnTo>
                <a:lnTo>
                  <a:pt x="4362450" y="2472571"/>
                </a:lnTo>
                <a:lnTo>
                  <a:pt x="0" y="247257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F6FA911E-2425-4C02-A988-8E0E4D940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10898" y="3108305"/>
            <a:ext cx="3765565" cy="2357657"/>
          </a:xfrm>
          <a:custGeom>
            <a:avLst/>
            <a:gdLst>
              <a:gd name="connsiteX0" fmla="*/ 0 w 3765565"/>
              <a:gd name="connsiteY0" fmla="*/ 0 h 2357657"/>
              <a:gd name="connsiteX1" fmla="*/ 3765565 w 3765565"/>
              <a:gd name="connsiteY1" fmla="*/ 0 h 2357657"/>
              <a:gd name="connsiteX2" fmla="*/ 3765565 w 3765565"/>
              <a:gd name="connsiteY2" fmla="*/ 2357657 h 2357657"/>
              <a:gd name="connsiteX3" fmla="*/ 0 w 3765565"/>
              <a:gd name="connsiteY3" fmla="*/ 2357657 h 235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565" h="2357657">
                <a:moveTo>
                  <a:pt x="0" y="0"/>
                </a:moveTo>
                <a:lnTo>
                  <a:pt x="3765565" y="0"/>
                </a:lnTo>
                <a:lnTo>
                  <a:pt x="3765565" y="2357657"/>
                </a:lnTo>
                <a:lnTo>
                  <a:pt x="0" y="235765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8877BC5-E0EF-445F-B62B-E5F192F419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40636" y="4632933"/>
            <a:ext cx="588168" cy="1027670"/>
          </a:xfrm>
          <a:custGeom>
            <a:avLst/>
            <a:gdLst>
              <a:gd name="connsiteX0" fmla="*/ 0 w 588168"/>
              <a:gd name="connsiteY0" fmla="*/ 0 h 1027670"/>
              <a:gd name="connsiteX1" fmla="*/ 588168 w 588168"/>
              <a:gd name="connsiteY1" fmla="*/ 0 h 1027670"/>
              <a:gd name="connsiteX2" fmla="*/ 588168 w 588168"/>
              <a:gd name="connsiteY2" fmla="*/ 1027670 h 1027670"/>
              <a:gd name="connsiteX3" fmla="*/ 0 w 588168"/>
              <a:gd name="connsiteY3" fmla="*/ 1027670 h 102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168" h="1027670">
                <a:moveTo>
                  <a:pt x="0" y="0"/>
                </a:moveTo>
                <a:lnTo>
                  <a:pt x="588168" y="0"/>
                </a:lnTo>
                <a:lnTo>
                  <a:pt x="588168" y="1027670"/>
                </a:lnTo>
                <a:lnTo>
                  <a:pt x="0" y="102767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7DD7D5EF-1F6F-4E8F-A15A-6660395BE4D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16632" y="3108465"/>
            <a:ext cx="1479368" cy="1963119"/>
          </a:xfrm>
          <a:custGeom>
            <a:avLst/>
            <a:gdLst>
              <a:gd name="connsiteX0" fmla="*/ 0 w 1479368"/>
              <a:gd name="connsiteY0" fmla="*/ 0 h 1963119"/>
              <a:gd name="connsiteX1" fmla="*/ 1479368 w 1479368"/>
              <a:gd name="connsiteY1" fmla="*/ 0 h 1963119"/>
              <a:gd name="connsiteX2" fmla="*/ 1479368 w 1479368"/>
              <a:gd name="connsiteY2" fmla="*/ 1963119 h 1963119"/>
              <a:gd name="connsiteX3" fmla="*/ 0 w 1479368"/>
              <a:gd name="connsiteY3" fmla="*/ 1963119 h 196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368" h="1963119">
                <a:moveTo>
                  <a:pt x="0" y="0"/>
                </a:moveTo>
                <a:lnTo>
                  <a:pt x="1479368" y="0"/>
                </a:lnTo>
                <a:lnTo>
                  <a:pt x="1479368" y="1963119"/>
                </a:lnTo>
                <a:lnTo>
                  <a:pt x="0" y="196311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059077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8B928B-F50F-4540-A057-83B6848C065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35960" y="1402703"/>
            <a:ext cx="5400600" cy="3060978"/>
          </a:xfrm>
          <a:custGeom>
            <a:avLst/>
            <a:gdLst>
              <a:gd name="connsiteX0" fmla="*/ 0 w 4362450"/>
              <a:gd name="connsiteY0" fmla="*/ 0 h 2472571"/>
              <a:gd name="connsiteX1" fmla="*/ 4362450 w 4362450"/>
              <a:gd name="connsiteY1" fmla="*/ 0 h 2472571"/>
              <a:gd name="connsiteX2" fmla="*/ 4362450 w 4362450"/>
              <a:gd name="connsiteY2" fmla="*/ 2472571 h 2472571"/>
              <a:gd name="connsiteX3" fmla="*/ 0 w 4362450"/>
              <a:gd name="connsiteY3" fmla="*/ 2472571 h 24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2450" h="2472571">
                <a:moveTo>
                  <a:pt x="0" y="0"/>
                </a:moveTo>
                <a:lnTo>
                  <a:pt x="4362450" y="0"/>
                </a:lnTo>
                <a:lnTo>
                  <a:pt x="4362450" y="2472571"/>
                </a:lnTo>
                <a:lnTo>
                  <a:pt x="0" y="247257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529512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142E01E-D89D-4C02-8FC1-5129D76C16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6688" y="951023"/>
            <a:ext cx="5472608" cy="3060450"/>
          </a:xfrm>
          <a:custGeom>
            <a:avLst/>
            <a:gdLst>
              <a:gd name="connsiteX0" fmla="*/ 0 w 3509775"/>
              <a:gd name="connsiteY0" fmla="*/ 0 h 1983075"/>
              <a:gd name="connsiteX1" fmla="*/ 3509775 w 3509775"/>
              <a:gd name="connsiteY1" fmla="*/ 0 h 1983075"/>
              <a:gd name="connsiteX2" fmla="*/ 3509775 w 3509775"/>
              <a:gd name="connsiteY2" fmla="*/ 1983075 h 1983075"/>
              <a:gd name="connsiteX3" fmla="*/ 0 w 3509775"/>
              <a:gd name="connsiteY3" fmla="*/ 1983075 h 198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9775" h="1983075">
                <a:moveTo>
                  <a:pt x="0" y="0"/>
                </a:moveTo>
                <a:lnTo>
                  <a:pt x="3509775" y="0"/>
                </a:lnTo>
                <a:lnTo>
                  <a:pt x="3509775" y="1983075"/>
                </a:lnTo>
                <a:lnTo>
                  <a:pt x="0" y="19830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33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02549" y="2556969"/>
            <a:ext cx="3053173" cy="17305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679044A-5B3C-4E2A-9C54-35C784D909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12160" y="3611676"/>
            <a:ext cx="1085138" cy="14396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CF6BE8B-E177-452C-B51F-A6A38A5CD2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924566" y="4046962"/>
            <a:ext cx="562130" cy="9774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6D9191B-4295-487D-93E2-22C82A208E7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22035" y="3606255"/>
            <a:ext cx="2205028" cy="13938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3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830889" y="684213"/>
            <a:ext cx="3984625" cy="3986213"/>
          </a:xfrm>
          <a:custGeom>
            <a:avLst/>
            <a:gdLst>
              <a:gd name="connsiteX0" fmla="*/ 3149600 w 3984625"/>
              <a:gd name="connsiteY0" fmla="*/ 0 h 3986213"/>
              <a:gd name="connsiteX1" fmla="*/ 3984625 w 3984625"/>
              <a:gd name="connsiteY1" fmla="*/ 3154363 h 3986213"/>
              <a:gd name="connsiteX2" fmla="*/ 835025 w 3984625"/>
              <a:gd name="connsiteY2" fmla="*/ 3986213 h 3986213"/>
              <a:gd name="connsiteX3" fmla="*/ 0 w 3984625"/>
              <a:gd name="connsiteY3" fmla="*/ 835025 h 398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4625" h="3986213">
                <a:moveTo>
                  <a:pt x="3149600" y="0"/>
                </a:moveTo>
                <a:lnTo>
                  <a:pt x="3984625" y="3154363"/>
                </a:lnTo>
                <a:lnTo>
                  <a:pt x="835025" y="3986213"/>
                </a:lnTo>
                <a:lnTo>
                  <a:pt x="0" y="8350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04300" y="1825625"/>
            <a:ext cx="3238500" cy="3238500"/>
          </a:xfrm>
          <a:custGeom>
            <a:avLst/>
            <a:gdLst>
              <a:gd name="connsiteX0" fmla="*/ 688975 w 3238500"/>
              <a:gd name="connsiteY0" fmla="*/ 0 h 3238500"/>
              <a:gd name="connsiteX1" fmla="*/ 3238500 w 3238500"/>
              <a:gd name="connsiteY1" fmla="*/ 687388 h 3238500"/>
              <a:gd name="connsiteX2" fmla="*/ 2551112 w 3238500"/>
              <a:gd name="connsiteY2" fmla="*/ 3238500 h 3238500"/>
              <a:gd name="connsiteX3" fmla="*/ 0 w 3238500"/>
              <a:gd name="connsiteY3" fmla="*/ 2551113 h 323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3238500">
                <a:moveTo>
                  <a:pt x="688975" y="0"/>
                </a:moveTo>
                <a:lnTo>
                  <a:pt x="3238500" y="687388"/>
                </a:lnTo>
                <a:lnTo>
                  <a:pt x="2551112" y="3238500"/>
                </a:lnTo>
                <a:lnTo>
                  <a:pt x="0" y="25511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64163" y="3451225"/>
            <a:ext cx="2601913" cy="2601913"/>
          </a:xfrm>
          <a:custGeom>
            <a:avLst/>
            <a:gdLst>
              <a:gd name="connsiteX0" fmla="*/ 552450 w 2601913"/>
              <a:gd name="connsiteY0" fmla="*/ 0 h 2601913"/>
              <a:gd name="connsiteX1" fmla="*/ 2601913 w 2601913"/>
              <a:gd name="connsiteY1" fmla="*/ 552450 h 2601913"/>
              <a:gd name="connsiteX2" fmla="*/ 2049463 w 2601913"/>
              <a:gd name="connsiteY2" fmla="*/ 2601913 h 2601913"/>
              <a:gd name="connsiteX3" fmla="*/ 0 w 2601913"/>
              <a:gd name="connsiteY3" fmla="*/ 2052638 h 260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1913" h="2601913">
                <a:moveTo>
                  <a:pt x="552450" y="0"/>
                </a:moveTo>
                <a:lnTo>
                  <a:pt x="2601913" y="552450"/>
                </a:lnTo>
                <a:lnTo>
                  <a:pt x="2049463" y="2601913"/>
                </a:lnTo>
                <a:lnTo>
                  <a:pt x="0" y="20526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55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25884" y="2679700"/>
            <a:ext cx="2717893" cy="2724150"/>
          </a:xfrm>
          <a:custGeom>
            <a:avLst/>
            <a:gdLst>
              <a:gd name="connsiteX0" fmla="*/ 2146393 w 2717893"/>
              <a:gd name="connsiteY0" fmla="*/ 0 h 2724150"/>
              <a:gd name="connsiteX1" fmla="*/ 2717893 w 2717893"/>
              <a:gd name="connsiteY1" fmla="*/ 2152650 h 2724150"/>
              <a:gd name="connsiteX2" fmla="*/ 566830 w 2717893"/>
              <a:gd name="connsiteY2" fmla="*/ 2724150 h 2724150"/>
              <a:gd name="connsiteX3" fmla="*/ 0 w 2717893"/>
              <a:gd name="connsiteY3" fmla="*/ 589090 h 2724150"/>
              <a:gd name="connsiteX4" fmla="*/ 5479 w 2717893"/>
              <a:gd name="connsiteY4" fmla="*/ 568804 h 272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7893" h="2724150">
                <a:moveTo>
                  <a:pt x="2146393" y="0"/>
                </a:moveTo>
                <a:lnTo>
                  <a:pt x="2717893" y="2152650"/>
                </a:lnTo>
                <a:lnTo>
                  <a:pt x="566830" y="2724150"/>
                </a:lnTo>
                <a:lnTo>
                  <a:pt x="0" y="589090"/>
                </a:lnTo>
                <a:lnTo>
                  <a:pt x="5479" y="5688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06551" y="1870075"/>
            <a:ext cx="2722563" cy="2725738"/>
          </a:xfrm>
          <a:custGeom>
            <a:avLst/>
            <a:gdLst>
              <a:gd name="connsiteX0" fmla="*/ 569913 w 2722563"/>
              <a:gd name="connsiteY0" fmla="*/ 0 h 2725738"/>
              <a:gd name="connsiteX1" fmla="*/ 2722563 w 2722563"/>
              <a:gd name="connsiteY1" fmla="*/ 573088 h 2725738"/>
              <a:gd name="connsiteX2" fmla="*/ 2151063 w 2722563"/>
              <a:gd name="connsiteY2" fmla="*/ 2725738 h 2725738"/>
              <a:gd name="connsiteX3" fmla="*/ 0 w 2722563"/>
              <a:gd name="connsiteY3" fmla="*/ 2154238 h 272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2563" h="2725738">
                <a:moveTo>
                  <a:pt x="569913" y="0"/>
                </a:moveTo>
                <a:lnTo>
                  <a:pt x="2722563" y="573088"/>
                </a:lnTo>
                <a:lnTo>
                  <a:pt x="2151063" y="2725738"/>
                </a:lnTo>
                <a:lnTo>
                  <a:pt x="0" y="2154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52825" y="1563688"/>
            <a:ext cx="2225675" cy="2227263"/>
          </a:xfrm>
          <a:custGeom>
            <a:avLst/>
            <a:gdLst>
              <a:gd name="connsiteX0" fmla="*/ 0 w 2225675"/>
              <a:gd name="connsiteY0" fmla="*/ 0 h 2227263"/>
              <a:gd name="connsiteX1" fmla="*/ 2225675 w 2225675"/>
              <a:gd name="connsiteY1" fmla="*/ 0 h 2227263"/>
              <a:gd name="connsiteX2" fmla="*/ 2225675 w 2225675"/>
              <a:gd name="connsiteY2" fmla="*/ 2227263 h 2227263"/>
              <a:gd name="connsiteX3" fmla="*/ 0 w 2225675"/>
              <a:gd name="connsiteY3" fmla="*/ 2227263 h 222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5675" h="2227263">
                <a:moveTo>
                  <a:pt x="0" y="0"/>
                </a:moveTo>
                <a:lnTo>
                  <a:pt x="2225675" y="0"/>
                </a:lnTo>
                <a:lnTo>
                  <a:pt x="2225675" y="2227263"/>
                </a:lnTo>
                <a:lnTo>
                  <a:pt x="0" y="22272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284163" y="1316038"/>
            <a:ext cx="2719388" cy="2722563"/>
          </a:xfrm>
          <a:custGeom>
            <a:avLst/>
            <a:gdLst>
              <a:gd name="connsiteX0" fmla="*/ 2151063 w 2719388"/>
              <a:gd name="connsiteY0" fmla="*/ 0 h 2722563"/>
              <a:gd name="connsiteX1" fmla="*/ 2719388 w 2719388"/>
              <a:gd name="connsiteY1" fmla="*/ 2154238 h 2722563"/>
              <a:gd name="connsiteX2" fmla="*/ 571500 w 2719388"/>
              <a:gd name="connsiteY2" fmla="*/ 2722563 h 2722563"/>
              <a:gd name="connsiteX3" fmla="*/ 0 w 2719388"/>
              <a:gd name="connsiteY3" fmla="*/ 568325 h 272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388" h="2722563">
                <a:moveTo>
                  <a:pt x="2151063" y="0"/>
                </a:moveTo>
                <a:lnTo>
                  <a:pt x="2719388" y="2154238"/>
                </a:lnTo>
                <a:lnTo>
                  <a:pt x="571500" y="2722563"/>
                </a:lnTo>
                <a:lnTo>
                  <a:pt x="0" y="5683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6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6438" y="1957389"/>
            <a:ext cx="2289175" cy="2295525"/>
          </a:xfrm>
          <a:custGeom>
            <a:avLst/>
            <a:gdLst>
              <a:gd name="connsiteX0" fmla="*/ 0 w 2289175"/>
              <a:gd name="connsiteY0" fmla="*/ 0 h 2295525"/>
              <a:gd name="connsiteX1" fmla="*/ 2289175 w 2289175"/>
              <a:gd name="connsiteY1" fmla="*/ 0 h 2295525"/>
              <a:gd name="connsiteX2" fmla="*/ 2289175 w 2289175"/>
              <a:gd name="connsiteY2" fmla="*/ 2295525 h 2295525"/>
              <a:gd name="connsiteX3" fmla="*/ 0 w 2289175"/>
              <a:gd name="connsiteY3" fmla="*/ 2295525 h 229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9175" h="2295525">
                <a:moveTo>
                  <a:pt x="0" y="0"/>
                </a:moveTo>
                <a:lnTo>
                  <a:pt x="2289175" y="0"/>
                </a:lnTo>
                <a:lnTo>
                  <a:pt x="2289175" y="2295525"/>
                </a:lnTo>
                <a:lnTo>
                  <a:pt x="0" y="22955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84438" y="1104900"/>
            <a:ext cx="2371725" cy="1803400"/>
          </a:xfrm>
          <a:custGeom>
            <a:avLst/>
            <a:gdLst>
              <a:gd name="connsiteX0" fmla="*/ 0 w 2371725"/>
              <a:gd name="connsiteY0" fmla="*/ 0 h 1803400"/>
              <a:gd name="connsiteX1" fmla="*/ 2371725 w 2371725"/>
              <a:gd name="connsiteY1" fmla="*/ 0 h 1803400"/>
              <a:gd name="connsiteX2" fmla="*/ 2371725 w 2371725"/>
              <a:gd name="connsiteY2" fmla="*/ 1803400 h 1803400"/>
              <a:gd name="connsiteX3" fmla="*/ 0 w 2371725"/>
              <a:gd name="connsiteY3" fmla="*/ 180340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1725" h="1803400">
                <a:moveTo>
                  <a:pt x="0" y="0"/>
                </a:moveTo>
                <a:lnTo>
                  <a:pt x="2371725" y="0"/>
                </a:lnTo>
                <a:lnTo>
                  <a:pt x="2371725" y="1803400"/>
                </a:lnTo>
                <a:lnTo>
                  <a:pt x="0" y="1803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35575" y="2000250"/>
            <a:ext cx="1506538" cy="1506538"/>
          </a:xfrm>
          <a:custGeom>
            <a:avLst/>
            <a:gdLst>
              <a:gd name="connsiteX0" fmla="*/ 0 w 1506538"/>
              <a:gd name="connsiteY0" fmla="*/ 0 h 1506538"/>
              <a:gd name="connsiteX1" fmla="*/ 1506538 w 1506538"/>
              <a:gd name="connsiteY1" fmla="*/ 0 h 1506538"/>
              <a:gd name="connsiteX2" fmla="*/ 1506538 w 1506538"/>
              <a:gd name="connsiteY2" fmla="*/ 1506538 h 1506538"/>
              <a:gd name="connsiteX3" fmla="*/ 0 w 1506538"/>
              <a:gd name="connsiteY3" fmla="*/ 1506538 h 150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6538" h="1506538">
                <a:moveTo>
                  <a:pt x="0" y="0"/>
                </a:moveTo>
                <a:lnTo>
                  <a:pt x="1506538" y="0"/>
                </a:lnTo>
                <a:lnTo>
                  <a:pt x="1506538" y="1506538"/>
                </a:lnTo>
                <a:lnTo>
                  <a:pt x="0" y="15065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17888" y="3074989"/>
            <a:ext cx="2332038" cy="2333625"/>
          </a:xfrm>
          <a:custGeom>
            <a:avLst/>
            <a:gdLst>
              <a:gd name="connsiteX0" fmla="*/ 0 w 2332038"/>
              <a:gd name="connsiteY0" fmla="*/ 0 h 2333625"/>
              <a:gd name="connsiteX1" fmla="*/ 2332038 w 2332038"/>
              <a:gd name="connsiteY1" fmla="*/ 0 h 2333625"/>
              <a:gd name="connsiteX2" fmla="*/ 2332038 w 2332038"/>
              <a:gd name="connsiteY2" fmla="*/ 2333625 h 2333625"/>
              <a:gd name="connsiteX3" fmla="*/ 0 w 2332038"/>
              <a:gd name="connsiteY3" fmla="*/ 2333625 h 233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2038" h="2333625">
                <a:moveTo>
                  <a:pt x="0" y="0"/>
                </a:moveTo>
                <a:lnTo>
                  <a:pt x="2332038" y="0"/>
                </a:lnTo>
                <a:lnTo>
                  <a:pt x="2332038" y="2333625"/>
                </a:lnTo>
                <a:lnTo>
                  <a:pt x="0" y="2333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46800" y="3090864"/>
            <a:ext cx="1941513" cy="1946275"/>
          </a:xfrm>
          <a:custGeom>
            <a:avLst/>
            <a:gdLst>
              <a:gd name="connsiteX0" fmla="*/ 0 w 1941513"/>
              <a:gd name="connsiteY0" fmla="*/ 0 h 1946275"/>
              <a:gd name="connsiteX1" fmla="*/ 1941513 w 1941513"/>
              <a:gd name="connsiteY1" fmla="*/ 0 h 1946275"/>
              <a:gd name="connsiteX2" fmla="*/ 1941513 w 1941513"/>
              <a:gd name="connsiteY2" fmla="*/ 1946275 h 1946275"/>
              <a:gd name="connsiteX3" fmla="*/ 0 w 1941513"/>
              <a:gd name="connsiteY3" fmla="*/ 1946275 h 194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1513" h="1946275">
                <a:moveTo>
                  <a:pt x="0" y="0"/>
                </a:moveTo>
                <a:lnTo>
                  <a:pt x="1941513" y="0"/>
                </a:lnTo>
                <a:lnTo>
                  <a:pt x="1941513" y="1946275"/>
                </a:lnTo>
                <a:lnTo>
                  <a:pt x="0" y="19462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31100" y="2000250"/>
            <a:ext cx="1587500" cy="1589088"/>
          </a:xfrm>
          <a:custGeom>
            <a:avLst/>
            <a:gdLst>
              <a:gd name="connsiteX0" fmla="*/ 0 w 1587500"/>
              <a:gd name="connsiteY0" fmla="*/ 0 h 1589088"/>
              <a:gd name="connsiteX1" fmla="*/ 1587500 w 1587500"/>
              <a:gd name="connsiteY1" fmla="*/ 0 h 1589088"/>
              <a:gd name="connsiteX2" fmla="*/ 1587500 w 1587500"/>
              <a:gd name="connsiteY2" fmla="*/ 1589088 h 1589088"/>
              <a:gd name="connsiteX3" fmla="*/ 0 w 1587500"/>
              <a:gd name="connsiteY3" fmla="*/ 1589088 h 158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7500" h="1589088">
                <a:moveTo>
                  <a:pt x="0" y="0"/>
                </a:moveTo>
                <a:lnTo>
                  <a:pt x="1587500" y="0"/>
                </a:lnTo>
                <a:lnTo>
                  <a:pt x="1587500" y="1589088"/>
                </a:lnTo>
                <a:lnTo>
                  <a:pt x="0" y="15890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855075" y="1520826"/>
            <a:ext cx="2605088" cy="2608263"/>
          </a:xfrm>
          <a:custGeom>
            <a:avLst/>
            <a:gdLst>
              <a:gd name="connsiteX0" fmla="*/ 0 w 2605088"/>
              <a:gd name="connsiteY0" fmla="*/ 0 h 2608263"/>
              <a:gd name="connsiteX1" fmla="*/ 2605088 w 2605088"/>
              <a:gd name="connsiteY1" fmla="*/ 0 h 2608263"/>
              <a:gd name="connsiteX2" fmla="*/ 2605088 w 2605088"/>
              <a:gd name="connsiteY2" fmla="*/ 2608263 h 2608263"/>
              <a:gd name="connsiteX3" fmla="*/ 0 w 2605088"/>
              <a:gd name="connsiteY3" fmla="*/ 2608263 h 260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5088" h="2608263">
                <a:moveTo>
                  <a:pt x="0" y="0"/>
                </a:moveTo>
                <a:lnTo>
                  <a:pt x="2605088" y="0"/>
                </a:lnTo>
                <a:lnTo>
                  <a:pt x="2605088" y="2608263"/>
                </a:lnTo>
                <a:lnTo>
                  <a:pt x="0" y="26082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49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E8B928B-F50F-4540-A057-83B6848C065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943872" y="0"/>
            <a:ext cx="6556376" cy="6858000"/>
          </a:xfrm>
          <a:custGeom>
            <a:avLst/>
            <a:gdLst>
              <a:gd name="connsiteX0" fmla="*/ 0 w 6556376"/>
              <a:gd name="connsiteY0" fmla="*/ 3896162 h 6858000"/>
              <a:gd name="connsiteX1" fmla="*/ 1527175 w 6556376"/>
              <a:gd name="connsiteY1" fmla="*/ 3896162 h 6858000"/>
              <a:gd name="connsiteX2" fmla="*/ 2338388 w 6556376"/>
              <a:gd name="connsiteY2" fmla="*/ 6858000 h 6858000"/>
              <a:gd name="connsiteX3" fmla="*/ 811213 w 6556376"/>
              <a:gd name="connsiteY3" fmla="*/ 6858000 h 6858000"/>
              <a:gd name="connsiteX4" fmla="*/ 1262063 w 6556376"/>
              <a:gd name="connsiteY4" fmla="*/ 2301206 h 6858000"/>
              <a:gd name="connsiteX5" fmla="*/ 2789238 w 6556376"/>
              <a:gd name="connsiteY5" fmla="*/ 2301206 h 6858000"/>
              <a:gd name="connsiteX6" fmla="*/ 3822701 w 6556376"/>
              <a:gd name="connsiteY6" fmla="*/ 6077824 h 6858000"/>
              <a:gd name="connsiteX7" fmla="*/ 2295525 w 6556376"/>
              <a:gd name="connsiteY7" fmla="*/ 6077824 h 6858000"/>
              <a:gd name="connsiteX8" fmla="*/ 2651125 w 6556376"/>
              <a:gd name="connsiteY8" fmla="*/ 1264640 h 6858000"/>
              <a:gd name="connsiteX9" fmla="*/ 4176713 w 6556376"/>
              <a:gd name="connsiteY9" fmla="*/ 1264640 h 6858000"/>
              <a:gd name="connsiteX10" fmla="*/ 5708650 w 6556376"/>
              <a:gd name="connsiteY10" fmla="*/ 6857999 h 6858000"/>
              <a:gd name="connsiteX11" fmla="*/ 4183063 w 6556376"/>
              <a:gd name="connsiteY11" fmla="*/ 6857999 h 6858000"/>
              <a:gd name="connsiteX12" fmla="*/ 3998913 w 6556376"/>
              <a:gd name="connsiteY12" fmla="*/ 0 h 6858000"/>
              <a:gd name="connsiteX13" fmla="*/ 5526088 w 6556376"/>
              <a:gd name="connsiteY13" fmla="*/ 0 h 6858000"/>
              <a:gd name="connsiteX14" fmla="*/ 6556376 w 6556376"/>
              <a:gd name="connsiteY14" fmla="*/ 3756170 h 6858000"/>
              <a:gd name="connsiteX15" fmla="*/ 5030788 w 6556376"/>
              <a:gd name="connsiteY15" fmla="*/ 37561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556376" h="6858000">
                <a:moveTo>
                  <a:pt x="0" y="3896162"/>
                </a:moveTo>
                <a:lnTo>
                  <a:pt x="1527175" y="3896162"/>
                </a:lnTo>
                <a:lnTo>
                  <a:pt x="2338388" y="6858000"/>
                </a:lnTo>
                <a:lnTo>
                  <a:pt x="811213" y="6858000"/>
                </a:lnTo>
                <a:close/>
                <a:moveTo>
                  <a:pt x="1262063" y="2301206"/>
                </a:moveTo>
                <a:lnTo>
                  <a:pt x="2789238" y="2301206"/>
                </a:lnTo>
                <a:lnTo>
                  <a:pt x="3822701" y="6077824"/>
                </a:lnTo>
                <a:lnTo>
                  <a:pt x="2295525" y="6077824"/>
                </a:lnTo>
                <a:close/>
                <a:moveTo>
                  <a:pt x="2651125" y="1264640"/>
                </a:moveTo>
                <a:lnTo>
                  <a:pt x="4176713" y="1264640"/>
                </a:lnTo>
                <a:lnTo>
                  <a:pt x="5708650" y="6857999"/>
                </a:lnTo>
                <a:lnTo>
                  <a:pt x="4183063" y="6857999"/>
                </a:lnTo>
                <a:close/>
                <a:moveTo>
                  <a:pt x="3998913" y="0"/>
                </a:moveTo>
                <a:lnTo>
                  <a:pt x="5526088" y="0"/>
                </a:lnTo>
                <a:lnTo>
                  <a:pt x="6556376" y="3756170"/>
                </a:lnTo>
                <a:lnTo>
                  <a:pt x="5030788" y="375617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10026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130" y="-1"/>
            <a:ext cx="6788538" cy="6858001"/>
          </a:xfrm>
          <a:custGeom>
            <a:avLst/>
            <a:gdLst>
              <a:gd name="connsiteX0" fmla="*/ 589916 w 6788538"/>
              <a:gd name="connsiteY0" fmla="*/ 3507470 h 6858001"/>
              <a:gd name="connsiteX1" fmla="*/ 1229930 w 6788538"/>
              <a:gd name="connsiteY1" fmla="*/ 3971164 h 6858001"/>
              <a:gd name="connsiteX2" fmla="*/ 2003787 w 6788538"/>
              <a:gd name="connsiteY2" fmla="*/ 6858001 h 6858001"/>
              <a:gd name="connsiteX3" fmla="*/ 709064 w 6788538"/>
              <a:gd name="connsiteY3" fmla="*/ 6858001 h 6858001"/>
              <a:gd name="connsiteX4" fmla="*/ 21521 w 6788538"/>
              <a:gd name="connsiteY4" fmla="*/ 4295561 h 6858001"/>
              <a:gd name="connsiteX5" fmla="*/ 465001 w 6788538"/>
              <a:gd name="connsiteY5" fmla="*/ 3527722 h 6858001"/>
              <a:gd name="connsiteX6" fmla="*/ 589916 w 6788538"/>
              <a:gd name="connsiteY6" fmla="*/ 3507470 h 6858001"/>
              <a:gd name="connsiteX7" fmla="*/ 1662397 w 6788538"/>
              <a:gd name="connsiteY7" fmla="*/ 2239684 h 6858001"/>
              <a:gd name="connsiteX8" fmla="*/ 2302157 w 6788538"/>
              <a:gd name="connsiteY8" fmla="*/ 2703373 h 6858001"/>
              <a:gd name="connsiteX9" fmla="*/ 3417856 w 6788538"/>
              <a:gd name="connsiteY9" fmla="*/ 6858001 h 6858001"/>
              <a:gd name="connsiteX10" fmla="*/ 2120670 w 6788538"/>
              <a:gd name="connsiteY10" fmla="*/ 6858001 h 6858001"/>
              <a:gd name="connsiteX11" fmla="*/ 1094228 w 6788538"/>
              <a:gd name="connsiteY11" fmla="*/ 3027768 h 6858001"/>
              <a:gd name="connsiteX12" fmla="*/ 1537532 w 6788538"/>
              <a:gd name="connsiteY12" fmla="*/ 2259935 h 6858001"/>
              <a:gd name="connsiteX13" fmla="*/ 1662397 w 6788538"/>
              <a:gd name="connsiteY13" fmla="*/ 2239684 h 6858001"/>
              <a:gd name="connsiteX14" fmla="*/ 2600875 w 6788538"/>
              <a:gd name="connsiteY14" fmla="*/ 185436 h 6858001"/>
              <a:gd name="connsiteX15" fmla="*/ 3242654 w 6788538"/>
              <a:gd name="connsiteY15" fmla="*/ 649178 h 6858001"/>
              <a:gd name="connsiteX16" fmla="*/ 4905854 w 6788538"/>
              <a:gd name="connsiteY16" fmla="*/ 6858001 h 6858001"/>
              <a:gd name="connsiteX17" fmla="*/ 3608618 w 6788538"/>
              <a:gd name="connsiteY17" fmla="*/ 6858001 h 6858001"/>
              <a:gd name="connsiteX18" fmla="*/ 2031702 w 6788538"/>
              <a:gd name="connsiteY18" fmla="*/ 973608 h 6858001"/>
              <a:gd name="connsiteX19" fmla="*/ 2475023 w 6788538"/>
              <a:gd name="connsiteY19" fmla="*/ 205690 h 6858001"/>
              <a:gd name="connsiteX20" fmla="*/ 2600875 w 6788538"/>
              <a:gd name="connsiteY20" fmla="*/ 185436 h 6858001"/>
              <a:gd name="connsiteX21" fmla="*/ 4674633 w 6788538"/>
              <a:gd name="connsiteY21" fmla="*/ 0 h 6858001"/>
              <a:gd name="connsiteX22" fmla="*/ 5972321 w 6788538"/>
              <a:gd name="connsiteY22" fmla="*/ 0 h 6858001"/>
              <a:gd name="connsiteX23" fmla="*/ 6767006 w 6788538"/>
              <a:gd name="connsiteY23" fmla="*/ 2976123 h 6858001"/>
              <a:gd name="connsiteX24" fmla="*/ 6326506 w 6788538"/>
              <a:gd name="connsiteY24" fmla="*/ 3743962 h 6858001"/>
              <a:gd name="connsiteX25" fmla="*/ 5558609 w 6788538"/>
              <a:gd name="connsiteY25" fmla="*/ 3300521 h 6858001"/>
              <a:gd name="connsiteX26" fmla="*/ 3221240 w 6788538"/>
              <a:gd name="connsiteY26" fmla="*/ 0 h 6858001"/>
              <a:gd name="connsiteX27" fmla="*/ 4519029 w 6788538"/>
              <a:gd name="connsiteY27" fmla="*/ 0 h 6858001"/>
              <a:gd name="connsiteX28" fmla="*/ 5980531 w 6788538"/>
              <a:gd name="connsiteY28" fmla="*/ 5459574 h 6858001"/>
              <a:gd name="connsiteX29" fmla="*/ 5539997 w 6788538"/>
              <a:gd name="connsiteY29" fmla="*/ 6224628 h 6858001"/>
              <a:gd name="connsiteX30" fmla="*/ 4772039 w 6788538"/>
              <a:gd name="connsiteY30" fmla="*/ 578405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88538" h="6858001">
                <a:moveTo>
                  <a:pt x="589916" y="3507470"/>
                </a:moveTo>
                <a:cubicBezTo>
                  <a:pt x="879973" y="3490381"/>
                  <a:pt x="1151800" y="3679504"/>
                  <a:pt x="1229930" y="3971164"/>
                </a:cubicBezTo>
                <a:lnTo>
                  <a:pt x="2003787" y="6858001"/>
                </a:lnTo>
                <a:cubicBezTo>
                  <a:pt x="2003787" y="6858001"/>
                  <a:pt x="2003787" y="6858001"/>
                  <a:pt x="709064" y="6858001"/>
                </a:cubicBezTo>
                <a:cubicBezTo>
                  <a:pt x="709064" y="6858001"/>
                  <a:pt x="709064" y="6858001"/>
                  <a:pt x="21521" y="4295561"/>
                </a:cubicBezTo>
                <a:cubicBezTo>
                  <a:pt x="-67770" y="3962235"/>
                  <a:pt x="128671" y="3617005"/>
                  <a:pt x="465001" y="3527722"/>
                </a:cubicBezTo>
                <a:cubicBezTo>
                  <a:pt x="506670" y="3516561"/>
                  <a:pt x="548479" y="3509912"/>
                  <a:pt x="589916" y="3507470"/>
                </a:cubicBezTo>
                <a:close/>
                <a:moveTo>
                  <a:pt x="1662397" y="2239684"/>
                </a:moveTo>
                <a:cubicBezTo>
                  <a:pt x="1952340" y="2222594"/>
                  <a:pt x="2224058" y="2411716"/>
                  <a:pt x="2302157" y="2703373"/>
                </a:cubicBezTo>
                <a:lnTo>
                  <a:pt x="3417856" y="6858001"/>
                </a:lnTo>
                <a:cubicBezTo>
                  <a:pt x="3417856" y="6858001"/>
                  <a:pt x="3417856" y="6858001"/>
                  <a:pt x="2120670" y="6858001"/>
                </a:cubicBezTo>
                <a:cubicBezTo>
                  <a:pt x="2120670" y="6858001"/>
                  <a:pt x="2120670" y="6858001"/>
                  <a:pt x="1094228" y="3027768"/>
                </a:cubicBezTo>
                <a:cubicBezTo>
                  <a:pt x="1004972" y="2694445"/>
                  <a:pt x="1201335" y="2349218"/>
                  <a:pt x="1537532" y="2259935"/>
                </a:cubicBezTo>
                <a:cubicBezTo>
                  <a:pt x="1579185" y="2248775"/>
                  <a:pt x="1620977" y="2242125"/>
                  <a:pt x="1662397" y="2239684"/>
                </a:cubicBezTo>
                <a:close/>
                <a:moveTo>
                  <a:pt x="2600875" y="185436"/>
                </a:moveTo>
                <a:cubicBezTo>
                  <a:pt x="2892822" y="168345"/>
                  <a:pt x="3164552" y="357488"/>
                  <a:pt x="3242654" y="649178"/>
                </a:cubicBezTo>
                <a:lnTo>
                  <a:pt x="4905854" y="6858001"/>
                </a:lnTo>
                <a:cubicBezTo>
                  <a:pt x="4905854" y="6858001"/>
                  <a:pt x="4905854" y="6858001"/>
                  <a:pt x="3608618" y="6858001"/>
                </a:cubicBezTo>
                <a:cubicBezTo>
                  <a:pt x="3608618" y="6858001"/>
                  <a:pt x="3608618" y="6858001"/>
                  <a:pt x="2031702" y="973608"/>
                </a:cubicBezTo>
                <a:cubicBezTo>
                  <a:pt x="1942442" y="640248"/>
                  <a:pt x="2141788" y="294983"/>
                  <a:pt x="2475023" y="205690"/>
                </a:cubicBezTo>
                <a:cubicBezTo>
                  <a:pt x="2517049" y="194528"/>
                  <a:pt x="2559169" y="187878"/>
                  <a:pt x="2600875" y="185436"/>
                </a:cubicBezTo>
                <a:close/>
                <a:moveTo>
                  <a:pt x="4674633" y="0"/>
                </a:moveTo>
                <a:cubicBezTo>
                  <a:pt x="4674633" y="0"/>
                  <a:pt x="4674633" y="0"/>
                  <a:pt x="5972321" y="0"/>
                </a:cubicBezTo>
                <a:cubicBezTo>
                  <a:pt x="5972321" y="0"/>
                  <a:pt x="5972321" y="0"/>
                  <a:pt x="6767006" y="2976123"/>
                </a:cubicBezTo>
                <a:cubicBezTo>
                  <a:pt x="6856296" y="3309449"/>
                  <a:pt x="6659857" y="3651703"/>
                  <a:pt x="6326506" y="3743962"/>
                </a:cubicBezTo>
                <a:cubicBezTo>
                  <a:pt x="5990179" y="3833246"/>
                  <a:pt x="5647899" y="3633846"/>
                  <a:pt x="5558609" y="3300521"/>
                </a:cubicBezTo>
                <a:close/>
                <a:moveTo>
                  <a:pt x="3221240" y="0"/>
                </a:moveTo>
                <a:cubicBezTo>
                  <a:pt x="3221240" y="0"/>
                  <a:pt x="3221240" y="0"/>
                  <a:pt x="4519029" y="0"/>
                </a:cubicBezTo>
                <a:cubicBezTo>
                  <a:pt x="4519029" y="0"/>
                  <a:pt x="4519029" y="0"/>
                  <a:pt x="5980531" y="5459574"/>
                </a:cubicBezTo>
                <a:cubicBezTo>
                  <a:pt x="6069828" y="5792983"/>
                  <a:pt x="5873374" y="6135322"/>
                  <a:pt x="5539997" y="6224628"/>
                </a:cubicBezTo>
                <a:cubicBezTo>
                  <a:pt x="5203643" y="6316911"/>
                  <a:pt x="4861336" y="6117461"/>
                  <a:pt x="4772039" y="578405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6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" y="2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87093" y="2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75757" y="2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5757" y="2309601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87093" y="23096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" y="46192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87093" y="46192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75757" y="4619201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56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617"/>
            <a:ext cx="10515600" cy="605483"/>
          </a:xfrm>
          <a:prstGeom prst="rect">
            <a:avLst/>
          </a:prstGeom>
        </p:spPr>
        <p:txBody>
          <a:bodyPr/>
          <a:lstStyle>
            <a:lvl1pPr algn="ctr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8677" y="3976688"/>
            <a:ext cx="1954213" cy="1957387"/>
          </a:xfrm>
          <a:custGeom>
            <a:avLst/>
            <a:gdLst>
              <a:gd name="connsiteX0" fmla="*/ 0 w 1954213"/>
              <a:gd name="connsiteY0" fmla="*/ 0 h 1957387"/>
              <a:gd name="connsiteX1" fmla="*/ 1954213 w 1954213"/>
              <a:gd name="connsiteY1" fmla="*/ 0 h 1957387"/>
              <a:gd name="connsiteX2" fmla="*/ 1954213 w 1954213"/>
              <a:gd name="connsiteY2" fmla="*/ 1957387 h 1957387"/>
              <a:gd name="connsiteX3" fmla="*/ 0 w 1954213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57387">
                <a:moveTo>
                  <a:pt x="0" y="0"/>
                </a:moveTo>
                <a:lnTo>
                  <a:pt x="1954213" y="0"/>
                </a:lnTo>
                <a:lnTo>
                  <a:pt x="1954213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18102" y="3976688"/>
            <a:ext cx="1958975" cy="1957387"/>
          </a:xfrm>
          <a:custGeom>
            <a:avLst/>
            <a:gdLst>
              <a:gd name="connsiteX0" fmla="*/ 0 w 1958975"/>
              <a:gd name="connsiteY0" fmla="*/ 0 h 1957387"/>
              <a:gd name="connsiteX1" fmla="*/ 1958975 w 1958975"/>
              <a:gd name="connsiteY1" fmla="*/ 0 h 1957387"/>
              <a:gd name="connsiteX2" fmla="*/ 1958975 w 1958975"/>
              <a:gd name="connsiteY2" fmla="*/ 1957387 h 1957387"/>
              <a:gd name="connsiteX3" fmla="*/ 0 w 1958975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975" h="1957387">
                <a:moveTo>
                  <a:pt x="0" y="0"/>
                </a:moveTo>
                <a:lnTo>
                  <a:pt x="1958975" y="0"/>
                </a:lnTo>
                <a:lnTo>
                  <a:pt x="1958975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2288" y="3976688"/>
            <a:ext cx="1957388" cy="1957387"/>
          </a:xfrm>
          <a:custGeom>
            <a:avLst/>
            <a:gdLst>
              <a:gd name="connsiteX0" fmla="*/ 0 w 1957388"/>
              <a:gd name="connsiteY0" fmla="*/ 0 h 1957387"/>
              <a:gd name="connsiteX1" fmla="*/ 1957388 w 1957388"/>
              <a:gd name="connsiteY1" fmla="*/ 0 h 1957387"/>
              <a:gd name="connsiteX2" fmla="*/ 1957388 w 1957388"/>
              <a:gd name="connsiteY2" fmla="*/ 1957387 h 1957387"/>
              <a:gd name="connsiteX3" fmla="*/ 0 w 1957388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57387">
                <a:moveTo>
                  <a:pt x="0" y="0"/>
                </a:moveTo>
                <a:lnTo>
                  <a:pt x="1957388" y="0"/>
                </a:lnTo>
                <a:lnTo>
                  <a:pt x="1957388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4889" y="3976688"/>
            <a:ext cx="1954213" cy="1957387"/>
          </a:xfrm>
          <a:custGeom>
            <a:avLst/>
            <a:gdLst>
              <a:gd name="connsiteX0" fmla="*/ 0 w 1954213"/>
              <a:gd name="connsiteY0" fmla="*/ 0 h 1957387"/>
              <a:gd name="connsiteX1" fmla="*/ 1954213 w 1954213"/>
              <a:gd name="connsiteY1" fmla="*/ 0 h 1957387"/>
              <a:gd name="connsiteX2" fmla="*/ 1954213 w 1954213"/>
              <a:gd name="connsiteY2" fmla="*/ 1957387 h 1957387"/>
              <a:gd name="connsiteX3" fmla="*/ 0 w 1954213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57387">
                <a:moveTo>
                  <a:pt x="0" y="0"/>
                </a:moveTo>
                <a:lnTo>
                  <a:pt x="1954213" y="0"/>
                </a:lnTo>
                <a:lnTo>
                  <a:pt x="1954213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6076" y="3976688"/>
            <a:ext cx="1957388" cy="1957387"/>
          </a:xfrm>
          <a:custGeom>
            <a:avLst/>
            <a:gdLst>
              <a:gd name="connsiteX0" fmla="*/ 0 w 1957388"/>
              <a:gd name="connsiteY0" fmla="*/ 0 h 1957387"/>
              <a:gd name="connsiteX1" fmla="*/ 1957388 w 1957388"/>
              <a:gd name="connsiteY1" fmla="*/ 0 h 1957387"/>
              <a:gd name="connsiteX2" fmla="*/ 1957388 w 1957388"/>
              <a:gd name="connsiteY2" fmla="*/ 1957387 h 1957387"/>
              <a:gd name="connsiteX3" fmla="*/ 0 w 1957388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57387">
                <a:moveTo>
                  <a:pt x="0" y="0"/>
                </a:moveTo>
                <a:lnTo>
                  <a:pt x="1957388" y="0"/>
                </a:lnTo>
                <a:lnTo>
                  <a:pt x="1957388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62288" y="1912938"/>
            <a:ext cx="1957388" cy="1960562"/>
          </a:xfrm>
          <a:custGeom>
            <a:avLst/>
            <a:gdLst>
              <a:gd name="connsiteX0" fmla="*/ 0 w 1957388"/>
              <a:gd name="connsiteY0" fmla="*/ 0 h 1960562"/>
              <a:gd name="connsiteX1" fmla="*/ 1957388 w 1957388"/>
              <a:gd name="connsiteY1" fmla="*/ 0 h 1960562"/>
              <a:gd name="connsiteX2" fmla="*/ 1957388 w 1957388"/>
              <a:gd name="connsiteY2" fmla="*/ 1960562 h 1960562"/>
              <a:gd name="connsiteX3" fmla="*/ 0 w 1957388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60562">
                <a:moveTo>
                  <a:pt x="0" y="0"/>
                </a:moveTo>
                <a:lnTo>
                  <a:pt x="1957388" y="0"/>
                </a:lnTo>
                <a:lnTo>
                  <a:pt x="1957388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8101" y="1912938"/>
            <a:ext cx="1958975" cy="1960562"/>
          </a:xfrm>
          <a:custGeom>
            <a:avLst/>
            <a:gdLst>
              <a:gd name="connsiteX0" fmla="*/ 0 w 1958975"/>
              <a:gd name="connsiteY0" fmla="*/ 0 h 1960562"/>
              <a:gd name="connsiteX1" fmla="*/ 1958975 w 1958975"/>
              <a:gd name="connsiteY1" fmla="*/ 0 h 1960562"/>
              <a:gd name="connsiteX2" fmla="*/ 1958975 w 1958975"/>
              <a:gd name="connsiteY2" fmla="*/ 1960562 h 1960562"/>
              <a:gd name="connsiteX3" fmla="*/ 0 w 1958975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975" h="1960562">
                <a:moveTo>
                  <a:pt x="0" y="0"/>
                </a:moveTo>
                <a:lnTo>
                  <a:pt x="1958975" y="0"/>
                </a:lnTo>
                <a:lnTo>
                  <a:pt x="1958975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8676" y="1912938"/>
            <a:ext cx="1954213" cy="1960562"/>
          </a:xfrm>
          <a:custGeom>
            <a:avLst/>
            <a:gdLst>
              <a:gd name="connsiteX0" fmla="*/ 0 w 1954213"/>
              <a:gd name="connsiteY0" fmla="*/ 0 h 1960562"/>
              <a:gd name="connsiteX1" fmla="*/ 1954213 w 1954213"/>
              <a:gd name="connsiteY1" fmla="*/ 0 h 1960562"/>
              <a:gd name="connsiteX2" fmla="*/ 1954213 w 1954213"/>
              <a:gd name="connsiteY2" fmla="*/ 1960562 h 1960562"/>
              <a:gd name="connsiteX3" fmla="*/ 0 w 1954213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60562">
                <a:moveTo>
                  <a:pt x="0" y="0"/>
                </a:moveTo>
                <a:lnTo>
                  <a:pt x="1954213" y="0"/>
                </a:lnTo>
                <a:lnTo>
                  <a:pt x="1954213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36076" y="1912938"/>
            <a:ext cx="1957388" cy="1960562"/>
          </a:xfrm>
          <a:custGeom>
            <a:avLst/>
            <a:gdLst>
              <a:gd name="connsiteX0" fmla="*/ 0 w 1957388"/>
              <a:gd name="connsiteY0" fmla="*/ 0 h 1960562"/>
              <a:gd name="connsiteX1" fmla="*/ 1957388 w 1957388"/>
              <a:gd name="connsiteY1" fmla="*/ 0 h 1960562"/>
              <a:gd name="connsiteX2" fmla="*/ 1957388 w 1957388"/>
              <a:gd name="connsiteY2" fmla="*/ 1960562 h 1960562"/>
              <a:gd name="connsiteX3" fmla="*/ 0 w 1957388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60562">
                <a:moveTo>
                  <a:pt x="0" y="0"/>
                </a:moveTo>
                <a:lnTo>
                  <a:pt x="1957388" y="0"/>
                </a:lnTo>
                <a:lnTo>
                  <a:pt x="1957388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4888" y="1912938"/>
            <a:ext cx="1954213" cy="1960562"/>
          </a:xfrm>
          <a:custGeom>
            <a:avLst/>
            <a:gdLst>
              <a:gd name="connsiteX0" fmla="*/ 0 w 1954213"/>
              <a:gd name="connsiteY0" fmla="*/ 0 h 1960562"/>
              <a:gd name="connsiteX1" fmla="*/ 1954213 w 1954213"/>
              <a:gd name="connsiteY1" fmla="*/ 0 h 1960562"/>
              <a:gd name="connsiteX2" fmla="*/ 1954213 w 1954213"/>
              <a:gd name="connsiteY2" fmla="*/ 1960562 h 1960562"/>
              <a:gd name="connsiteX3" fmla="*/ 0 w 1954213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60562">
                <a:moveTo>
                  <a:pt x="0" y="0"/>
                </a:moveTo>
                <a:lnTo>
                  <a:pt x="1954213" y="0"/>
                </a:lnTo>
                <a:lnTo>
                  <a:pt x="1954213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Footer Placeholder 2">
            <a:extLst>
              <a:ext uri="{FF2B5EF4-FFF2-40B4-BE49-F238E27FC236}">
                <a16:creationId xmlns:a16="http://schemas.microsoft.com/office/drawing/2014/main" id="{E8247085-DCB0-4BF2-9283-CF90212D6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</a:p>
        </p:txBody>
      </p:sp>
      <p:sp>
        <p:nvSpPr>
          <p:cNvPr id="35" name="Date Placeholder 5">
            <a:extLst>
              <a:ext uri="{FF2B5EF4-FFF2-40B4-BE49-F238E27FC236}">
                <a16:creationId xmlns:a16="http://schemas.microsoft.com/office/drawing/2014/main" id="{7C82B698-2278-42D7-B762-14A362069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tx2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9B3E4172-5591-4F4B-838D-D0CC19B769D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AD0811D-0177-4784-B0D0-946DFAF77539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19">
            <a:extLst>
              <a:ext uri="{FF2B5EF4-FFF2-40B4-BE49-F238E27FC236}">
                <a16:creationId xmlns:a16="http://schemas.microsoft.com/office/drawing/2014/main" id="{7B9E58F4-700F-4D96-8D20-A110B4F9D0E0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Slide Number Placeholder 13">
            <a:extLst>
              <a:ext uri="{FF2B5EF4-FFF2-40B4-BE49-F238E27FC236}">
                <a16:creationId xmlns:a16="http://schemas.microsoft.com/office/drawing/2014/main" id="{E074CAAB-4485-4F1F-8B10-D136E005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94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1060" y="-28575"/>
            <a:ext cx="2796589" cy="1556412"/>
          </a:xfrm>
          <a:custGeom>
            <a:avLst/>
            <a:gdLst>
              <a:gd name="connsiteX0" fmla="*/ 24183 w 2796589"/>
              <a:gd name="connsiteY0" fmla="*/ 0 h 1556412"/>
              <a:gd name="connsiteX1" fmla="*/ 2772408 w 2796589"/>
              <a:gd name="connsiteY1" fmla="*/ 0 h 1556412"/>
              <a:gd name="connsiteX2" fmla="*/ 2726268 w 2796589"/>
              <a:gd name="connsiteY2" fmla="*/ 280946 h 1556412"/>
              <a:gd name="connsiteX3" fmla="*/ 1566995 w 2796589"/>
              <a:gd name="connsiteY3" fmla="*/ 1482440 h 1556412"/>
              <a:gd name="connsiteX4" fmla="*/ 1229595 w 2796589"/>
              <a:gd name="connsiteY4" fmla="*/ 1482440 h 1556412"/>
              <a:gd name="connsiteX5" fmla="*/ 70323 w 2796589"/>
              <a:gd name="connsiteY5" fmla="*/ 280946 h 1556412"/>
              <a:gd name="connsiteX6" fmla="*/ 24183 w 2796589"/>
              <a:gd name="connsiteY6" fmla="*/ 0 h 155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6589" h="1556412">
                <a:moveTo>
                  <a:pt x="24183" y="0"/>
                </a:moveTo>
                <a:cubicBezTo>
                  <a:pt x="24183" y="0"/>
                  <a:pt x="24183" y="0"/>
                  <a:pt x="2772408" y="0"/>
                </a:cubicBezTo>
                <a:cubicBezTo>
                  <a:pt x="2815664" y="89664"/>
                  <a:pt x="2801245" y="206227"/>
                  <a:pt x="2726268" y="280946"/>
                </a:cubicBezTo>
                <a:cubicBezTo>
                  <a:pt x="2726268" y="280946"/>
                  <a:pt x="2726268" y="280946"/>
                  <a:pt x="1566995" y="1482440"/>
                </a:cubicBezTo>
                <a:cubicBezTo>
                  <a:pt x="1474715" y="1581070"/>
                  <a:pt x="1321875" y="1581070"/>
                  <a:pt x="1229595" y="1482440"/>
                </a:cubicBezTo>
                <a:cubicBezTo>
                  <a:pt x="1229595" y="1482440"/>
                  <a:pt x="1229595" y="1482440"/>
                  <a:pt x="70323" y="280946"/>
                </a:cubicBezTo>
                <a:cubicBezTo>
                  <a:pt x="-4655" y="206227"/>
                  <a:pt x="-19074" y="89664"/>
                  <a:pt x="2418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0286" y="294612"/>
            <a:ext cx="2799337" cy="2901163"/>
          </a:xfrm>
          <a:custGeom>
            <a:avLst/>
            <a:gdLst>
              <a:gd name="connsiteX0" fmla="*/ 1399669 w 2799337"/>
              <a:gd name="connsiteY0" fmla="*/ 0 h 2901163"/>
              <a:gd name="connsiteX1" fmla="*/ 1568408 w 2799337"/>
              <a:gd name="connsiteY1" fmla="*/ 73987 h 2901163"/>
              <a:gd name="connsiteX2" fmla="*/ 2727948 w 2799337"/>
              <a:gd name="connsiteY2" fmla="*/ 1275705 h 2901163"/>
              <a:gd name="connsiteX3" fmla="*/ 2727948 w 2799337"/>
              <a:gd name="connsiteY3" fmla="*/ 1625458 h 2901163"/>
              <a:gd name="connsiteX4" fmla="*/ 1568408 w 2799337"/>
              <a:gd name="connsiteY4" fmla="*/ 2827177 h 2901163"/>
              <a:gd name="connsiteX5" fmla="*/ 1230930 w 2799337"/>
              <a:gd name="connsiteY5" fmla="*/ 2827177 h 2901163"/>
              <a:gd name="connsiteX6" fmla="*/ 71390 w 2799337"/>
              <a:gd name="connsiteY6" fmla="*/ 1625458 h 2901163"/>
              <a:gd name="connsiteX7" fmla="*/ 71390 w 2799337"/>
              <a:gd name="connsiteY7" fmla="*/ 1275705 h 2901163"/>
              <a:gd name="connsiteX8" fmla="*/ 1230930 w 2799337"/>
              <a:gd name="connsiteY8" fmla="*/ 73987 h 2901163"/>
              <a:gd name="connsiteX9" fmla="*/ 1399669 w 2799337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9337" h="2901163">
                <a:moveTo>
                  <a:pt x="1399669" y="0"/>
                </a:moveTo>
                <a:cubicBezTo>
                  <a:pt x="1460963" y="0"/>
                  <a:pt x="1522258" y="24662"/>
                  <a:pt x="1568408" y="73987"/>
                </a:cubicBezTo>
                <a:lnTo>
                  <a:pt x="2727948" y="1275705"/>
                </a:lnTo>
                <a:cubicBezTo>
                  <a:pt x="2823134" y="1371364"/>
                  <a:pt x="2823134" y="1529799"/>
                  <a:pt x="2727948" y="1625458"/>
                </a:cubicBezTo>
                <a:cubicBezTo>
                  <a:pt x="1568408" y="2827177"/>
                  <a:pt x="1568408" y="2827177"/>
                  <a:pt x="1568408" y="2827177"/>
                </a:cubicBezTo>
                <a:cubicBezTo>
                  <a:pt x="1476107" y="2925825"/>
                  <a:pt x="1323232" y="2925825"/>
                  <a:pt x="1230930" y="2827177"/>
                </a:cubicBezTo>
                <a:cubicBezTo>
                  <a:pt x="71390" y="1625458"/>
                  <a:pt x="71390" y="1625458"/>
                  <a:pt x="71390" y="1625458"/>
                </a:cubicBezTo>
                <a:cubicBezTo>
                  <a:pt x="-23796" y="1529799"/>
                  <a:pt x="-23796" y="1371364"/>
                  <a:pt x="71390" y="1275705"/>
                </a:cubicBezTo>
                <a:cubicBezTo>
                  <a:pt x="1230930" y="73987"/>
                  <a:pt x="1230930" y="73987"/>
                  <a:pt x="1230930" y="73987"/>
                </a:cubicBezTo>
                <a:cubicBezTo>
                  <a:pt x="1277081" y="24662"/>
                  <a:pt x="1338375" y="0"/>
                  <a:pt x="139966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39072" y="294612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8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8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8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8"/>
                  <a:pt x="71352" y="1625458"/>
                  <a:pt x="71352" y="1625458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130073" y="1962553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9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9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9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9"/>
                  <a:pt x="71352" y="1625459"/>
                  <a:pt x="71352" y="1625459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29673" y="1962553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9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9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9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9"/>
                  <a:pt x="71352" y="1625459"/>
                  <a:pt x="71352" y="1625459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539072" y="3613105"/>
            <a:ext cx="2797840" cy="2899610"/>
          </a:xfrm>
          <a:custGeom>
            <a:avLst/>
            <a:gdLst>
              <a:gd name="connsiteX0" fmla="*/ 1398921 w 2797840"/>
              <a:gd name="connsiteY0" fmla="*/ 0 h 2899610"/>
              <a:gd name="connsiteX1" fmla="*/ 1567569 w 2797840"/>
              <a:gd name="connsiteY1" fmla="*/ 73947 h 2899610"/>
              <a:gd name="connsiteX2" fmla="*/ 2726489 w 2797840"/>
              <a:gd name="connsiteY2" fmla="*/ 1275022 h 2899610"/>
              <a:gd name="connsiteX3" fmla="*/ 2726489 w 2797840"/>
              <a:gd name="connsiteY3" fmla="*/ 1624588 h 2899610"/>
              <a:gd name="connsiteX4" fmla="*/ 1567569 w 2797840"/>
              <a:gd name="connsiteY4" fmla="*/ 2825663 h 2899610"/>
              <a:gd name="connsiteX5" fmla="*/ 1230272 w 2797840"/>
              <a:gd name="connsiteY5" fmla="*/ 2825663 h 2899610"/>
              <a:gd name="connsiteX6" fmla="*/ 71352 w 2797840"/>
              <a:gd name="connsiteY6" fmla="*/ 1624588 h 2899610"/>
              <a:gd name="connsiteX7" fmla="*/ 71352 w 2797840"/>
              <a:gd name="connsiteY7" fmla="*/ 1275022 h 2899610"/>
              <a:gd name="connsiteX8" fmla="*/ 1230272 w 2797840"/>
              <a:gd name="connsiteY8" fmla="*/ 73947 h 2899610"/>
              <a:gd name="connsiteX9" fmla="*/ 1398921 w 2797840"/>
              <a:gd name="connsiteY9" fmla="*/ 0 h 289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899610">
                <a:moveTo>
                  <a:pt x="1398921" y="0"/>
                </a:moveTo>
                <a:cubicBezTo>
                  <a:pt x="1460182" y="0"/>
                  <a:pt x="1521443" y="24649"/>
                  <a:pt x="1567569" y="73947"/>
                </a:cubicBezTo>
                <a:lnTo>
                  <a:pt x="2726489" y="1275022"/>
                </a:lnTo>
                <a:cubicBezTo>
                  <a:pt x="2821624" y="1370630"/>
                  <a:pt x="2821624" y="1528981"/>
                  <a:pt x="2726489" y="1624588"/>
                </a:cubicBezTo>
                <a:cubicBezTo>
                  <a:pt x="1567569" y="2825663"/>
                  <a:pt x="1567569" y="2825663"/>
                  <a:pt x="1567569" y="2825663"/>
                </a:cubicBezTo>
                <a:cubicBezTo>
                  <a:pt x="1475317" y="2924259"/>
                  <a:pt x="1322524" y="2924259"/>
                  <a:pt x="1230272" y="2825663"/>
                </a:cubicBezTo>
                <a:cubicBezTo>
                  <a:pt x="71352" y="1624588"/>
                  <a:pt x="71352" y="1624588"/>
                  <a:pt x="71352" y="1624588"/>
                </a:cubicBezTo>
                <a:cubicBezTo>
                  <a:pt x="-23783" y="1528981"/>
                  <a:pt x="-23783" y="1370630"/>
                  <a:pt x="71352" y="1275022"/>
                </a:cubicBezTo>
                <a:cubicBezTo>
                  <a:pt x="1230272" y="73947"/>
                  <a:pt x="1230272" y="73947"/>
                  <a:pt x="1230272" y="73947"/>
                </a:cubicBezTo>
                <a:cubicBezTo>
                  <a:pt x="1276398" y="24649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29985" y="5281050"/>
            <a:ext cx="2798739" cy="1576951"/>
          </a:xfrm>
          <a:custGeom>
            <a:avLst/>
            <a:gdLst>
              <a:gd name="connsiteX0" fmla="*/ 1399370 w 2798739"/>
              <a:gd name="connsiteY0" fmla="*/ 0 h 1576951"/>
              <a:gd name="connsiteX1" fmla="*/ 1568090 w 2798739"/>
              <a:gd name="connsiteY1" fmla="*/ 73954 h 1576951"/>
              <a:gd name="connsiteX2" fmla="*/ 2727496 w 2798739"/>
              <a:gd name="connsiteY2" fmla="*/ 1275157 h 1576951"/>
              <a:gd name="connsiteX3" fmla="*/ 2764989 w 2798739"/>
              <a:gd name="connsiteY3" fmla="*/ 1576951 h 1576951"/>
              <a:gd name="connsiteX4" fmla="*/ 33751 w 2798739"/>
              <a:gd name="connsiteY4" fmla="*/ 1576951 h 1576951"/>
              <a:gd name="connsiteX5" fmla="*/ 71244 w 2798739"/>
              <a:gd name="connsiteY5" fmla="*/ 1275157 h 1576951"/>
              <a:gd name="connsiteX6" fmla="*/ 1230650 w 2798739"/>
              <a:gd name="connsiteY6" fmla="*/ 73954 h 1576951"/>
              <a:gd name="connsiteX7" fmla="*/ 1399370 w 2798739"/>
              <a:gd name="connsiteY7" fmla="*/ 0 h 157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8739" h="1576951">
                <a:moveTo>
                  <a:pt x="1399370" y="0"/>
                </a:moveTo>
                <a:cubicBezTo>
                  <a:pt x="1460657" y="0"/>
                  <a:pt x="1521944" y="24651"/>
                  <a:pt x="1568090" y="73954"/>
                </a:cubicBezTo>
                <a:cubicBezTo>
                  <a:pt x="1568090" y="73954"/>
                  <a:pt x="1568090" y="73954"/>
                  <a:pt x="2727496" y="1275157"/>
                </a:cubicBezTo>
                <a:cubicBezTo>
                  <a:pt x="2808251" y="1355834"/>
                  <a:pt x="2819787" y="1481333"/>
                  <a:pt x="2764989" y="1576951"/>
                </a:cubicBezTo>
                <a:cubicBezTo>
                  <a:pt x="2764989" y="1576951"/>
                  <a:pt x="2764989" y="1576951"/>
                  <a:pt x="33751" y="1576951"/>
                </a:cubicBezTo>
                <a:cubicBezTo>
                  <a:pt x="-21047" y="1481333"/>
                  <a:pt x="-9510" y="1355834"/>
                  <a:pt x="71244" y="1275157"/>
                </a:cubicBezTo>
                <a:cubicBezTo>
                  <a:pt x="71244" y="1275157"/>
                  <a:pt x="71244" y="1275157"/>
                  <a:pt x="1230650" y="73954"/>
                </a:cubicBezTo>
                <a:cubicBezTo>
                  <a:pt x="1276796" y="24651"/>
                  <a:pt x="1338083" y="0"/>
                  <a:pt x="139937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0286" y="3613105"/>
            <a:ext cx="2799337" cy="2899610"/>
          </a:xfrm>
          <a:custGeom>
            <a:avLst/>
            <a:gdLst>
              <a:gd name="connsiteX0" fmla="*/ 1399669 w 2799337"/>
              <a:gd name="connsiteY0" fmla="*/ 0 h 2899610"/>
              <a:gd name="connsiteX1" fmla="*/ 1568408 w 2799337"/>
              <a:gd name="connsiteY1" fmla="*/ 73947 h 2899610"/>
              <a:gd name="connsiteX2" fmla="*/ 2727948 w 2799337"/>
              <a:gd name="connsiteY2" fmla="*/ 1275022 h 2899610"/>
              <a:gd name="connsiteX3" fmla="*/ 2727948 w 2799337"/>
              <a:gd name="connsiteY3" fmla="*/ 1624588 h 2899610"/>
              <a:gd name="connsiteX4" fmla="*/ 1568408 w 2799337"/>
              <a:gd name="connsiteY4" fmla="*/ 2825663 h 2899610"/>
              <a:gd name="connsiteX5" fmla="*/ 1230930 w 2799337"/>
              <a:gd name="connsiteY5" fmla="*/ 2825663 h 2899610"/>
              <a:gd name="connsiteX6" fmla="*/ 71390 w 2799337"/>
              <a:gd name="connsiteY6" fmla="*/ 1624588 h 2899610"/>
              <a:gd name="connsiteX7" fmla="*/ 71390 w 2799337"/>
              <a:gd name="connsiteY7" fmla="*/ 1275022 h 2899610"/>
              <a:gd name="connsiteX8" fmla="*/ 1230930 w 2799337"/>
              <a:gd name="connsiteY8" fmla="*/ 73947 h 2899610"/>
              <a:gd name="connsiteX9" fmla="*/ 1399669 w 2799337"/>
              <a:gd name="connsiteY9" fmla="*/ 0 h 289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9337" h="2899610">
                <a:moveTo>
                  <a:pt x="1399669" y="0"/>
                </a:moveTo>
                <a:cubicBezTo>
                  <a:pt x="1460963" y="0"/>
                  <a:pt x="1522258" y="24649"/>
                  <a:pt x="1568408" y="73947"/>
                </a:cubicBezTo>
                <a:lnTo>
                  <a:pt x="2727948" y="1275022"/>
                </a:lnTo>
                <a:cubicBezTo>
                  <a:pt x="2823134" y="1370630"/>
                  <a:pt x="2823134" y="1528981"/>
                  <a:pt x="2727948" y="1624588"/>
                </a:cubicBezTo>
                <a:cubicBezTo>
                  <a:pt x="1568408" y="2825663"/>
                  <a:pt x="1568408" y="2825663"/>
                  <a:pt x="1568408" y="2825663"/>
                </a:cubicBezTo>
                <a:cubicBezTo>
                  <a:pt x="1476107" y="2924259"/>
                  <a:pt x="1323232" y="2924259"/>
                  <a:pt x="1230930" y="2825663"/>
                </a:cubicBezTo>
                <a:cubicBezTo>
                  <a:pt x="71390" y="1624588"/>
                  <a:pt x="71390" y="1624588"/>
                  <a:pt x="71390" y="1624588"/>
                </a:cubicBezTo>
                <a:cubicBezTo>
                  <a:pt x="-23796" y="1528981"/>
                  <a:pt x="-23796" y="1370630"/>
                  <a:pt x="71390" y="1275022"/>
                </a:cubicBezTo>
                <a:cubicBezTo>
                  <a:pt x="1230930" y="73947"/>
                  <a:pt x="1230930" y="73947"/>
                  <a:pt x="1230930" y="73947"/>
                </a:cubicBezTo>
                <a:cubicBezTo>
                  <a:pt x="1277081" y="24649"/>
                  <a:pt x="1338375" y="0"/>
                  <a:pt x="139966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7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4885" y="4572524"/>
            <a:ext cx="2437770" cy="2285476"/>
          </a:xfrm>
          <a:custGeom>
            <a:avLst/>
            <a:gdLst>
              <a:gd name="connsiteX0" fmla="*/ 0 w 2437770"/>
              <a:gd name="connsiteY0" fmla="*/ 0 h 2285476"/>
              <a:gd name="connsiteX1" fmla="*/ 2437770 w 2437770"/>
              <a:gd name="connsiteY1" fmla="*/ 0 h 2285476"/>
              <a:gd name="connsiteX2" fmla="*/ 2437770 w 2437770"/>
              <a:gd name="connsiteY2" fmla="*/ 2285476 h 2285476"/>
              <a:gd name="connsiteX3" fmla="*/ 0 w 2437770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5476">
                <a:moveTo>
                  <a:pt x="0" y="0"/>
                </a:moveTo>
                <a:lnTo>
                  <a:pt x="2437770" y="0"/>
                </a:lnTo>
                <a:lnTo>
                  <a:pt x="2437770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52656" y="4572524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75540" y="4572524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39345" y="4572524"/>
            <a:ext cx="2436196" cy="2285476"/>
          </a:xfrm>
          <a:custGeom>
            <a:avLst/>
            <a:gdLst>
              <a:gd name="connsiteX0" fmla="*/ 0 w 2436196"/>
              <a:gd name="connsiteY0" fmla="*/ 0 h 2285476"/>
              <a:gd name="connsiteX1" fmla="*/ 2436196 w 2436196"/>
              <a:gd name="connsiteY1" fmla="*/ 0 h 2285476"/>
              <a:gd name="connsiteX2" fmla="*/ 2436196 w 2436196"/>
              <a:gd name="connsiteY2" fmla="*/ 2285476 h 2285476"/>
              <a:gd name="connsiteX3" fmla="*/ 0 w 2436196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6196" h="2285476">
                <a:moveTo>
                  <a:pt x="0" y="0"/>
                </a:moveTo>
                <a:lnTo>
                  <a:pt x="2436196" y="0"/>
                </a:lnTo>
                <a:lnTo>
                  <a:pt x="2436196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4572524"/>
            <a:ext cx="2436196" cy="2285476"/>
          </a:xfrm>
          <a:custGeom>
            <a:avLst/>
            <a:gdLst>
              <a:gd name="connsiteX0" fmla="*/ 0 w 2436196"/>
              <a:gd name="connsiteY0" fmla="*/ 0 h 2285476"/>
              <a:gd name="connsiteX1" fmla="*/ 2436196 w 2436196"/>
              <a:gd name="connsiteY1" fmla="*/ 0 h 2285476"/>
              <a:gd name="connsiteX2" fmla="*/ 2436196 w 2436196"/>
              <a:gd name="connsiteY2" fmla="*/ 2285476 h 2285476"/>
              <a:gd name="connsiteX3" fmla="*/ 0 w 2436196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6196" h="2285476">
                <a:moveTo>
                  <a:pt x="0" y="0"/>
                </a:moveTo>
                <a:lnTo>
                  <a:pt x="2436196" y="0"/>
                </a:lnTo>
                <a:lnTo>
                  <a:pt x="2436196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75540" y="2285476"/>
            <a:ext cx="2439345" cy="2287048"/>
          </a:xfrm>
          <a:custGeom>
            <a:avLst/>
            <a:gdLst>
              <a:gd name="connsiteX0" fmla="*/ 0 w 2439345"/>
              <a:gd name="connsiteY0" fmla="*/ 0 h 2287048"/>
              <a:gd name="connsiteX1" fmla="*/ 2439345 w 2439345"/>
              <a:gd name="connsiteY1" fmla="*/ 0 h 2287048"/>
              <a:gd name="connsiteX2" fmla="*/ 2439345 w 2439345"/>
              <a:gd name="connsiteY2" fmla="*/ 2287048 h 2287048"/>
              <a:gd name="connsiteX3" fmla="*/ 0 w 2439345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7048">
                <a:moveTo>
                  <a:pt x="0" y="0"/>
                </a:moveTo>
                <a:lnTo>
                  <a:pt x="2439345" y="0"/>
                </a:lnTo>
                <a:lnTo>
                  <a:pt x="2439345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14885" y="2285476"/>
            <a:ext cx="2437770" cy="2287048"/>
          </a:xfrm>
          <a:custGeom>
            <a:avLst/>
            <a:gdLst>
              <a:gd name="connsiteX0" fmla="*/ 0 w 2437770"/>
              <a:gd name="connsiteY0" fmla="*/ 0 h 2287048"/>
              <a:gd name="connsiteX1" fmla="*/ 2437770 w 2437770"/>
              <a:gd name="connsiteY1" fmla="*/ 0 h 2287048"/>
              <a:gd name="connsiteX2" fmla="*/ 2437770 w 2437770"/>
              <a:gd name="connsiteY2" fmla="*/ 2287048 h 2287048"/>
              <a:gd name="connsiteX3" fmla="*/ 0 w 2437770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7048">
                <a:moveTo>
                  <a:pt x="0" y="0"/>
                </a:moveTo>
                <a:lnTo>
                  <a:pt x="2437770" y="0"/>
                </a:lnTo>
                <a:lnTo>
                  <a:pt x="2437770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752655" y="2285476"/>
            <a:ext cx="2439345" cy="2287048"/>
          </a:xfrm>
          <a:custGeom>
            <a:avLst/>
            <a:gdLst>
              <a:gd name="connsiteX0" fmla="*/ 0 w 2439345"/>
              <a:gd name="connsiteY0" fmla="*/ 0 h 2287048"/>
              <a:gd name="connsiteX1" fmla="*/ 2439345 w 2439345"/>
              <a:gd name="connsiteY1" fmla="*/ 0 h 2287048"/>
              <a:gd name="connsiteX2" fmla="*/ 2439345 w 2439345"/>
              <a:gd name="connsiteY2" fmla="*/ 2287048 h 2287048"/>
              <a:gd name="connsiteX3" fmla="*/ 0 w 2439345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7048">
                <a:moveTo>
                  <a:pt x="0" y="0"/>
                </a:moveTo>
                <a:lnTo>
                  <a:pt x="2439345" y="0"/>
                </a:lnTo>
                <a:lnTo>
                  <a:pt x="2439345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14885" y="0"/>
            <a:ext cx="2437770" cy="2285476"/>
          </a:xfrm>
          <a:custGeom>
            <a:avLst/>
            <a:gdLst>
              <a:gd name="connsiteX0" fmla="*/ 0 w 2437770"/>
              <a:gd name="connsiteY0" fmla="*/ 0 h 2285476"/>
              <a:gd name="connsiteX1" fmla="*/ 2437770 w 2437770"/>
              <a:gd name="connsiteY1" fmla="*/ 0 h 2285476"/>
              <a:gd name="connsiteX2" fmla="*/ 2437770 w 2437770"/>
              <a:gd name="connsiteY2" fmla="*/ 2285476 h 2285476"/>
              <a:gd name="connsiteX3" fmla="*/ 0 w 2437770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5476">
                <a:moveTo>
                  <a:pt x="0" y="0"/>
                </a:moveTo>
                <a:lnTo>
                  <a:pt x="2437770" y="0"/>
                </a:lnTo>
                <a:lnTo>
                  <a:pt x="2437770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52655" y="0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75541" y="0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8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263" y="3423277"/>
            <a:ext cx="5331737" cy="3434724"/>
          </a:xfrm>
          <a:custGeom>
            <a:avLst/>
            <a:gdLst>
              <a:gd name="connsiteX0" fmla="*/ 0 w 5331737"/>
              <a:gd name="connsiteY0" fmla="*/ 0 h 3434724"/>
              <a:gd name="connsiteX1" fmla="*/ 5331737 w 5331737"/>
              <a:gd name="connsiteY1" fmla="*/ 0 h 3434724"/>
              <a:gd name="connsiteX2" fmla="*/ 5331737 w 5331737"/>
              <a:gd name="connsiteY2" fmla="*/ 3434724 h 3434724"/>
              <a:gd name="connsiteX3" fmla="*/ 0 w 5331737"/>
              <a:gd name="connsiteY3" fmla="*/ 3434724 h 343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1737" h="3434724">
                <a:moveTo>
                  <a:pt x="0" y="0"/>
                </a:moveTo>
                <a:lnTo>
                  <a:pt x="5331737" y="0"/>
                </a:lnTo>
                <a:lnTo>
                  <a:pt x="5331737" y="3434724"/>
                </a:lnTo>
                <a:lnTo>
                  <a:pt x="0" y="34347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424853"/>
            <a:ext cx="3430132" cy="3433148"/>
          </a:xfrm>
          <a:custGeom>
            <a:avLst/>
            <a:gdLst>
              <a:gd name="connsiteX0" fmla="*/ 0 w 3430132"/>
              <a:gd name="connsiteY0" fmla="*/ 0 h 3433148"/>
              <a:gd name="connsiteX1" fmla="*/ 3430132 w 3430132"/>
              <a:gd name="connsiteY1" fmla="*/ 0 h 3433148"/>
              <a:gd name="connsiteX2" fmla="*/ 3430132 w 3430132"/>
              <a:gd name="connsiteY2" fmla="*/ 3433148 h 3433148"/>
              <a:gd name="connsiteX3" fmla="*/ 0 w 3430132"/>
              <a:gd name="connsiteY3" fmla="*/ 3433148 h 343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132" h="3433148">
                <a:moveTo>
                  <a:pt x="0" y="0"/>
                </a:moveTo>
                <a:lnTo>
                  <a:pt x="3430132" y="0"/>
                </a:lnTo>
                <a:lnTo>
                  <a:pt x="3430132" y="3433148"/>
                </a:lnTo>
                <a:lnTo>
                  <a:pt x="0" y="34331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30132" y="3424853"/>
            <a:ext cx="3430132" cy="3433148"/>
          </a:xfrm>
          <a:custGeom>
            <a:avLst/>
            <a:gdLst>
              <a:gd name="connsiteX0" fmla="*/ 0 w 3430132"/>
              <a:gd name="connsiteY0" fmla="*/ 0 h 3433148"/>
              <a:gd name="connsiteX1" fmla="*/ 3430132 w 3430132"/>
              <a:gd name="connsiteY1" fmla="*/ 0 h 3433148"/>
              <a:gd name="connsiteX2" fmla="*/ 3430132 w 3430132"/>
              <a:gd name="connsiteY2" fmla="*/ 3433148 h 3433148"/>
              <a:gd name="connsiteX3" fmla="*/ 0 w 3430132"/>
              <a:gd name="connsiteY3" fmla="*/ 3433148 h 343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132" h="3433148">
                <a:moveTo>
                  <a:pt x="0" y="0"/>
                </a:moveTo>
                <a:lnTo>
                  <a:pt x="3430132" y="0"/>
                </a:lnTo>
                <a:lnTo>
                  <a:pt x="3430132" y="3433148"/>
                </a:lnTo>
                <a:lnTo>
                  <a:pt x="0" y="34331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60264" y="-9871"/>
            <a:ext cx="5331737" cy="3434724"/>
          </a:xfrm>
          <a:custGeom>
            <a:avLst/>
            <a:gdLst>
              <a:gd name="connsiteX0" fmla="*/ 0 w 5331737"/>
              <a:gd name="connsiteY0" fmla="*/ 0 h 3434724"/>
              <a:gd name="connsiteX1" fmla="*/ 5331737 w 5331737"/>
              <a:gd name="connsiteY1" fmla="*/ 0 h 3434724"/>
              <a:gd name="connsiteX2" fmla="*/ 5331737 w 5331737"/>
              <a:gd name="connsiteY2" fmla="*/ 3434724 h 3434724"/>
              <a:gd name="connsiteX3" fmla="*/ 0 w 5331737"/>
              <a:gd name="connsiteY3" fmla="*/ 3434724 h 343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1737" h="3434724">
                <a:moveTo>
                  <a:pt x="0" y="0"/>
                </a:moveTo>
                <a:lnTo>
                  <a:pt x="5331737" y="0"/>
                </a:lnTo>
                <a:lnTo>
                  <a:pt x="5331737" y="3434724"/>
                </a:lnTo>
                <a:lnTo>
                  <a:pt x="0" y="34347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6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41584" y="4053456"/>
            <a:ext cx="2350416" cy="2804545"/>
          </a:xfrm>
          <a:custGeom>
            <a:avLst/>
            <a:gdLst>
              <a:gd name="connsiteX0" fmla="*/ 0 w 2350416"/>
              <a:gd name="connsiteY0" fmla="*/ 0 h 2804545"/>
              <a:gd name="connsiteX1" fmla="*/ 2350416 w 2350416"/>
              <a:gd name="connsiteY1" fmla="*/ 0 h 2804545"/>
              <a:gd name="connsiteX2" fmla="*/ 2350416 w 2350416"/>
              <a:gd name="connsiteY2" fmla="*/ 2804545 h 2804545"/>
              <a:gd name="connsiteX3" fmla="*/ 0 w 2350416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804545">
                <a:moveTo>
                  <a:pt x="0" y="0"/>
                </a:moveTo>
                <a:lnTo>
                  <a:pt x="2350416" y="0"/>
                </a:lnTo>
                <a:lnTo>
                  <a:pt x="2350416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491167" y="4053457"/>
            <a:ext cx="2350416" cy="2804545"/>
          </a:xfrm>
          <a:custGeom>
            <a:avLst/>
            <a:gdLst>
              <a:gd name="connsiteX0" fmla="*/ 0 w 2350416"/>
              <a:gd name="connsiteY0" fmla="*/ 0 h 2804545"/>
              <a:gd name="connsiteX1" fmla="*/ 2350416 w 2350416"/>
              <a:gd name="connsiteY1" fmla="*/ 0 h 2804545"/>
              <a:gd name="connsiteX2" fmla="*/ 2350416 w 2350416"/>
              <a:gd name="connsiteY2" fmla="*/ 2804545 h 2804545"/>
              <a:gd name="connsiteX3" fmla="*/ 0 w 2350416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804545">
                <a:moveTo>
                  <a:pt x="0" y="0"/>
                </a:moveTo>
                <a:lnTo>
                  <a:pt x="2350416" y="0"/>
                </a:lnTo>
                <a:lnTo>
                  <a:pt x="2350416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4053457"/>
            <a:ext cx="7491167" cy="2804545"/>
          </a:xfrm>
          <a:custGeom>
            <a:avLst/>
            <a:gdLst>
              <a:gd name="connsiteX0" fmla="*/ 0 w 7491167"/>
              <a:gd name="connsiteY0" fmla="*/ 0 h 2804545"/>
              <a:gd name="connsiteX1" fmla="*/ 7491167 w 7491167"/>
              <a:gd name="connsiteY1" fmla="*/ 0 h 2804545"/>
              <a:gd name="connsiteX2" fmla="*/ 7491167 w 7491167"/>
              <a:gd name="connsiteY2" fmla="*/ 2804545 h 2804545"/>
              <a:gd name="connsiteX3" fmla="*/ 0 w 7491167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1167" h="2804545">
                <a:moveTo>
                  <a:pt x="0" y="0"/>
                </a:moveTo>
                <a:lnTo>
                  <a:pt x="7491167" y="0"/>
                </a:lnTo>
                <a:lnTo>
                  <a:pt x="7491167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91167" y="2202111"/>
            <a:ext cx="4700833" cy="1851346"/>
          </a:xfrm>
          <a:custGeom>
            <a:avLst/>
            <a:gdLst>
              <a:gd name="connsiteX0" fmla="*/ 0 w 4700833"/>
              <a:gd name="connsiteY0" fmla="*/ 0 h 1851346"/>
              <a:gd name="connsiteX1" fmla="*/ 4700833 w 4700833"/>
              <a:gd name="connsiteY1" fmla="*/ 0 h 1851346"/>
              <a:gd name="connsiteX2" fmla="*/ 4700833 w 4700833"/>
              <a:gd name="connsiteY2" fmla="*/ 1851346 h 1851346"/>
              <a:gd name="connsiteX3" fmla="*/ 0 w 4700833"/>
              <a:gd name="connsiteY3" fmla="*/ 1851346 h 1851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0833" h="1851346">
                <a:moveTo>
                  <a:pt x="0" y="0"/>
                </a:moveTo>
                <a:lnTo>
                  <a:pt x="4700833" y="0"/>
                </a:lnTo>
                <a:lnTo>
                  <a:pt x="4700833" y="1851346"/>
                </a:lnTo>
                <a:lnTo>
                  <a:pt x="0" y="185134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841584" y="1"/>
            <a:ext cx="2350416" cy="2202110"/>
          </a:xfrm>
          <a:custGeom>
            <a:avLst/>
            <a:gdLst>
              <a:gd name="connsiteX0" fmla="*/ 0 w 2350416"/>
              <a:gd name="connsiteY0" fmla="*/ 0 h 2202110"/>
              <a:gd name="connsiteX1" fmla="*/ 2350416 w 2350416"/>
              <a:gd name="connsiteY1" fmla="*/ 0 h 2202110"/>
              <a:gd name="connsiteX2" fmla="*/ 2350416 w 2350416"/>
              <a:gd name="connsiteY2" fmla="*/ 2202110 h 2202110"/>
              <a:gd name="connsiteX3" fmla="*/ 0 w 2350416"/>
              <a:gd name="connsiteY3" fmla="*/ 2202110 h 220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202110">
                <a:moveTo>
                  <a:pt x="0" y="0"/>
                </a:moveTo>
                <a:lnTo>
                  <a:pt x="2350416" y="0"/>
                </a:lnTo>
                <a:lnTo>
                  <a:pt x="2350416" y="2202110"/>
                </a:lnTo>
                <a:lnTo>
                  <a:pt x="0" y="22021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1167" y="1"/>
            <a:ext cx="2350416" cy="2202110"/>
          </a:xfrm>
          <a:custGeom>
            <a:avLst/>
            <a:gdLst>
              <a:gd name="connsiteX0" fmla="*/ 0 w 2350416"/>
              <a:gd name="connsiteY0" fmla="*/ 0 h 2202110"/>
              <a:gd name="connsiteX1" fmla="*/ 2350416 w 2350416"/>
              <a:gd name="connsiteY1" fmla="*/ 0 h 2202110"/>
              <a:gd name="connsiteX2" fmla="*/ 2350416 w 2350416"/>
              <a:gd name="connsiteY2" fmla="*/ 2202110 h 2202110"/>
              <a:gd name="connsiteX3" fmla="*/ 0 w 2350416"/>
              <a:gd name="connsiteY3" fmla="*/ 2202110 h 220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202110">
                <a:moveTo>
                  <a:pt x="0" y="0"/>
                </a:moveTo>
                <a:lnTo>
                  <a:pt x="2350416" y="0"/>
                </a:lnTo>
                <a:lnTo>
                  <a:pt x="2350416" y="2202110"/>
                </a:lnTo>
                <a:lnTo>
                  <a:pt x="0" y="22021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24400" y="2"/>
            <a:ext cx="2766768" cy="4053455"/>
          </a:xfrm>
          <a:custGeom>
            <a:avLst/>
            <a:gdLst>
              <a:gd name="connsiteX0" fmla="*/ 0 w 2766768"/>
              <a:gd name="connsiteY0" fmla="*/ 0 h 4053455"/>
              <a:gd name="connsiteX1" fmla="*/ 2766768 w 2766768"/>
              <a:gd name="connsiteY1" fmla="*/ 0 h 4053455"/>
              <a:gd name="connsiteX2" fmla="*/ 2766768 w 2766768"/>
              <a:gd name="connsiteY2" fmla="*/ 4053455 h 4053455"/>
              <a:gd name="connsiteX3" fmla="*/ 0 w 2766768"/>
              <a:gd name="connsiteY3" fmla="*/ 4053455 h 405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6768" h="4053455">
                <a:moveTo>
                  <a:pt x="0" y="0"/>
                </a:moveTo>
                <a:lnTo>
                  <a:pt x="2766768" y="0"/>
                </a:lnTo>
                <a:lnTo>
                  <a:pt x="2766768" y="4053455"/>
                </a:lnTo>
                <a:lnTo>
                  <a:pt x="0" y="40534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005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4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78890" y="0"/>
            <a:ext cx="2829678" cy="4159480"/>
          </a:xfrm>
          <a:custGeom>
            <a:avLst/>
            <a:gdLst>
              <a:gd name="connsiteX0" fmla="*/ 0 w 2829678"/>
              <a:gd name="connsiteY0" fmla="*/ 0 h 4159480"/>
              <a:gd name="connsiteX1" fmla="*/ 2829678 w 2829678"/>
              <a:gd name="connsiteY1" fmla="*/ 0 h 4159480"/>
              <a:gd name="connsiteX2" fmla="*/ 2829678 w 2829678"/>
              <a:gd name="connsiteY2" fmla="*/ 4159480 h 4159480"/>
              <a:gd name="connsiteX3" fmla="*/ 0 w 2829678"/>
              <a:gd name="connsiteY3" fmla="*/ 4159480 h 415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9678" h="4159480">
                <a:moveTo>
                  <a:pt x="0" y="0"/>
                </a:moveTo>
                <a:lnTo>
                  <a:pt x="2829678" y="0"/>
                </a:lnTo>
                <a:lnTo>
                  <a:pt x="2829678" y="4159480"/>
                </a:lnTo>
                <a:lnTo>
                  <a:pt x="0" y="41594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994016" y="2776227"/>
            <a:ext cx="1384874" cy="1386493"/>
          </a:xfrm>
          <a:custGeom>
            <a:avLst/>
            <a:gdLst>
              <a:gd name="connsiteX0" fmla="*/ 0 w 1384874"/>
              <a:gd name="connsiteY0" fmla="*/ 0 h 1386493"/>
              <a:gd name="connsiteX1" fmla="*/ 1384874 w 1384874"/>
              <a:gd name="connsiteY1" fmla="*/ 0 h 1386493"/>
              <a:gd name="connsiteX2" fmla="*/ 1384874 w 1384874"/>
              <a:gd name="connsiteY2" fmla="*/ 1386493 h 1386493"/>
              <a:gd name="connsiteX3" fmla="*/ 0 w 1384874"/>
              <a:gd name="connsiteY3" fmla="*/ 1386493 h 1386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4874" h="1386493">
                <a:moveTo>
                  <a:pt x="0" y="0"/>
                </a:moveTo>
                <a:lnTo>
                  <a:pt x="1384874" y="0"/>
                </a:lnTo>
                <a:lnTo>
                  <a:pt x="1384874" y="1386493"/>
                </a:lnTo>
                <a:lnTo>
                  <a:pt x="0" y="13864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4016" y="1386494"/>
            <a:ext cx="1384874" cy="1389733"/>
          </a:xfrm>
          <a:custGeom>
            <a:avLst/>
            <a:gdLst>
              <a:gd name="connsiteX0" fmla="*/ 0 w 1384874"/>
              <a:gd name="connsiteY0" fmla="*/ 0 h 1389733"/>
              <a:gd name="connsiteX1" fmla="*/ 1384874 w 1384874"/>
              <a:gd name="connsiteY1" fmla="*/ 0 h 1389733"/>
              <a:gd name="connsiteX2" fmla="*/ 1384874 w 1384874"/>
              <a:gd name="connsiteY2" fmla="*/ 1389733 h 1389733"/>
              <a:gd name="connsiteX3" fmla="*/ 0 w 1384874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4874" h="1389733">
                <a:moveTo>
                  <a:pt x="0" y="0"/>
                </a:moveTo>
                <a:lnTo>
                  <a:pt x="1384874" y="0"/>
                </a:lnTo>
                <a:lnTo>
                  <a:pt x="1384874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05904" y="2776226"/>
            <a:ext cx="1388114" cy="1386493"/>
          </a:xfrm>
          <a:custGeom>
            <a:avLst/>
            <a:gdLst>
              <a:gd name="connsiteX0" fmla="*/ 0 w 1388114"/>
              <a:gd name="connsiteY0" fmla="*/ 0 h 1386493"/>
              <a:gd name="connsiteX1" fmla="*/ 1388114 w 1388114"/>
              <a:gd name="connsiteY1" fmla="*/ 0 h 1386493"/>
              <a:gd name="connsiteX2" fmla="*/ 1388114 w 1388114"/>
              <a:gd name="connsiteY2" fmla="*/ 1386493 h 1386493"/>
              <a:gd name="connsiteX3" fmla="*/ 0 w 1388114"/>
              <a:gd name="connsiteY3" fmla="*/ 1386493 h 1386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8114" h="1386493">
                <a:moveTo>
                  <a:pt x="0" y="0"/>
                </a:moveTo>
                <a:lnTo>
                  <a:pt x="1388114" y="0"/>
                </a:lnTo>
                <a:lnTo>
                  <a:pt x="1388114" y="1386493"/>
                </a:lnTo>
                <a:lnTo>
                  <a:pt x="0" y="13864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05904" y="0"/>
            <a:ext cx="1388114" cy="1389733"/>
          </a:xfrm>
          <a:custGeom>
            <a:avLst/>
            <a:gdLst>
              <a:gd name="connsiteX0" fmla="*/ 0 w 1388114"/>
              <a:gd name="connsiteY0" fmla="*/ 0 h 1389733"/>
              <a:gd name="connsiteX1" fmla="*/ 1388114 w 1388114"/>
              <a:gd name="connsiteY1" fmla="*/ 0 h 1389733"/>
              <a:gd name="connsiteX2" fmla="*/ 1388114 w 1388114"/>
              <a:gd name="connsiteY2" fmla="*/ 1389733 h 1389733"/>
              <a:gd name="connsiteX3" fmla="*/ 0 w 1388114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8114" h="1389733">
                <a:moveTo>
                  <a:pt x="0" y="0"/>
                </a:moveTo>
                <a:lnTo>
                  <a:pt x="1388114" y="0"/>
                </a:lnTo>
                <a:lnTo>
                  <a:pt x="1388114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74608" y="0"/>
            <a:ext cx="2831297" cy="4159480"/>
          </a:xfrm>
          <a:custGeom>
            <a:avLst/>
            <a:gdLst>
              <a:gd name="connsiteX0" fmla="*/ 0 w 2831297"/>
              <a:gd name="connsiteY0" fmla="*/ 0 h 4159480"/>
              <a:gd name="connsiteX1" fmla="*/ 2831297 w 2831297"/>
              <a:gd name="connsiteY1" fmla="*/ 0 h 4159480"/>
              <a:gd name="connsiteX2" fmla="*/ 2831297 w 2831297"/>
              <a:gd name="connsiteY2" fmla="*/ 4159480 h 4159480"/>
              <a:gd name="connsiteX3" fmla="*/ 0 w 2831297"/>
              <a:gd name="connsiteY3" fmla="*/ 4159480 h 415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1297" h="4159480">
                <a:moveTo>
                  <a:pt x="0" y="0"/>
                </a:moveTo>
                <a:lnTo>
                  <a:pt x="2831297" y="0"/>
                </a:lnTo>
                <a:lnTo>
                  <a:pt x="2831297" y="4159480"/>
                </a:lnTo>
                <a:lnTo>
                  <a:pt x="0" y="41594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88114" y="0"/>
            <a:ext cx="1386493" cy="1389733"/>
          </a:xfrm>
          <a:custGeom>
            <a:avLst/>
            <a:gdLst>
              <a:gd name="connsiteX0" fmla="*/ 0 w 1386493"/>
              <a:gd name="connsiteY0" fmla="*/ 0 h 1389733"/>
              <a:gd name="connsiteX1" fmla="*/ 1386493 w 1386493"/>
              <a:gd name="connsiteY1" fmla="*/ 0 h 1389733"/>
              <a:gd name="connsiteX2" fmla="*/ 1386493 w 1386493"/>
              <a:gd name="connsiteY2" fmla="*/ 1389733 h 1389733"/>
              <a:gd name="connsiteX3" fmla="*/ 0 w 1386493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6493" h="1389733">
                <a:moveTo>
                  <a:pt x="0" y="0"/>
                </a:moveTo>
                <a:lnTo>
                  <a:pt x="1386493" y="0"/>
                </a:lnTo>
                <a:lnTo>
                  <a:pt x="1386493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389734"/>
            <a:ext cx="2774607" cy="2769747"/>
          </a:xfrm>
          <a:custGeom>
            <a:avLst/>
            <a:gdLst>
              <a:gd name="connsiteX0" fmla="*/ 0 w 2774607"/>
              <a:gd name="connsiteY0" fmla="*/ 0 h 2769747"/>
              <a:gd name="connsiteX1" fmla="*/ 2774607 w 2774607"/>
              <a:gd name="connsiteY1" fmla="*/ 0 h 2769747"/>
              <a:gd name="connsiteX2" fmla="*/ 2774607 w 2774607"/>
              <a:gd name="connsiteY2" fmla="*/ 2769747 h 2769747"/>
              <a:gd name="connsiteX3" fmla="*/ 0 w 2774607"/>
              <a:gd name="connsiteY3" fmla="*/ 2769747 h 2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4607" h="2769747">
                <a:moveTo>
                  <a:pt x="0" y="0"/>
                </a:moveTo>
                <a:lnTo>
                  <a:pt x="2774607" y="0"/>
                </a:lnTo>
                <a:lnTo>
                  <a:pt x="2774607" y="2769747"/>
                </a:lnTo>
                <a:lnTo>
                  <a:pt x="0" y="276974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4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3175" y="-6349"/>
            <a:ext cx="3049588" cy="3432175"/>
          </a:xfrm>
          <a:custGeom>
            <a:avLst/>
            <a:gdLst>
              <a:gd name="connsiteX0" fmla="*/ 0 w 3049588"/>
              <a:gd name="connsiteY0" fmla="*/ 0 h 3432175"/>
              <a:gd name="connsiteX1" fmla="*/ 3049588 w 3049588"/>
              <a:gd name="connsiteY1" fmla="*/ 0 h 3432175"/>
              <a:gd name="connsiteX2" fmla="*/ 3049588 w 3049588"/>
              <a:gd name="connsiteY2" fmla="*/ 3432175 h 3432175"/>
              <a:gd name="connsiteX3" fmla="*/ 0 w 3049588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588" h="3432175">
                <a:moveTo>
                  <a:pt x="0" y="0"/>
                </a:moveTo>
                <a:lnTo>
                  <a:pt x="3049588" y="0"/>
                </a:lnTo>
                <a:lnTo>
                  <a:pt x="3049588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46413" y="3425826"/>
            <a:ext cx="3048000" cy="3432175"/>
          </a:xfrm>
          <a:custGeom>
            <a:avLst/>
            <a:gdLst>
              <a:gd name="connsiteX0" fmla="*/ 0 w 3048000"/>
              <a:gd name="connsiteY0" fmla="*/ 0 h 3432175"/>
              <a:gd name="connsiteX1" fmla="*/ 3048000 w 3048000"/>
              <a:gd name="connsiteY1" fmla="*/ 0 h 3432175"/>
              <a:gd name="connsiteX2" fmla="*/ 3048000 w 3048000"/>
              <a:gd name="connsiteY2" fmla="*/ 3432175 h 3432175"/>
              <a:gd name="connsiteX3" fmla="*/ 0 w 3048000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3432175">
                <a:moveTo>
                  <a:pt x="0" y="0"/>
                </a:moveTo>
                <a:lnTo>
                  <a:pt x="3048000" y="0"/>
                </a:lnTo>
                <a:lnTo>
                  <a:pt x="3048000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4" y="-6349"/>
            <a:ext cx="3046413" cy="3432175"/>
          </a:xfrm>
          <a:custGeom>
            <a:avLst/>
            <a:gdLst>
              <a:gd name="connsiteX0" fmla="*/ 0 w 3046413"/>
              <a:gd name="connsiteY0" fmla="*/ 0 h 3432175"/>
              <a:gd name="connsiteX1" fmla="*/ 3046413 w 3046413"/>
              <a:gd name="connsiteY1" fmla="*/ 0 h 3432175"/>
              <a:gd name="connsiteX2" fmla="*/ 3046413 w 3046413"/>
              <a:gd name="connsiteY2" fmla="*/ 3432175 h 3432175"/>
              <a:gd name="connsiteX3" fmla="*/ 0 w 3046413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413" h="3432175">
                <a:moveTo>
                  <a:pt x="0" y="0"/>
                </a:moveTo>
                <a:lnTo>
                  <a:pt x="3046413" y="0"/>
                </a:lnTo>
                <a:lnTo>
                  <a:pt x="3046413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825" y="3425826"/>
            <a:ext cx="3048000" cy="3432175"/>
          </a:xfrm>
          <a:custGeom>
            <a:avLst/>
            <a:gdLst>
              <a:gd name="connsiteX0" fmla="*/ 0 w 3048000"/>
              <a:gd name="connsiteY0" fmla="*/ 0 h 3432175"/>
              <a:gd name="connsiteX1" fmla="*/ 3048000 w 3048000"/>
              <a:gd name="connsiteY1" fmla="*/ 0 h 3432175"/>
              <a:gd name="connsiteX2" fmla="*/ 3048000 w 3048000"/>
              <a:gd name="connsiteY2" fmla="*/ 3432175 h 3432175"/>
              <a:gd name="connsiteX3" fmla="*/ 0 w 3048000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3432175">
                <a:moveTo>
                  <a:pt x="0" y="0"/>
                </a:moveTo>
                <a:lnTo>
                  <a:pt x="3048000" y="0"/>
                </a:lnTo>
                <a:lnTo>
                  <a:pt x="3048000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92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45809" y="0"/>
            <a:ext cx="2696012" cy="2639386"/>
          </a:xfrm>
          <a:custGeom>
            <a:avLst/>
            <a:gdLst>
              <a:gd name="connsiteX0" fmla="*/ 0 w 2696012"/>
              <a:gd name="connsiteY0" fmla="*/ 0 h 2639386"/>
              <a:gd name="connsiteX1" fmla="*/ 2696012 w 2696012"/>
              <a:gd name="connsiteY1" fmla="*/ 0 h 2639386"/>
              <a:gd name="connsiteX2" fmla="*/ 2696012 w 2696012"/>
              <a:gd name="connsiteY2" fmla="*/ 2639386 h 2639386"/>
              <a:gd name="connsiteX3" fmla="*/ 0 w 2696012"/>
              <a:gd name="connsiteY3" fmla="*/ 2639386 h 263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6012" h="2639386">
                <a:moveTo>
                  <a:pt x="0" y="0"/>
                </a:moveTo>
                <a:lnTo>
                  <a:pt x="2696012" y="0"/>
                </a:lnTo>
                <a:lnTo>
                  <a:pt x="2696012" y="2639386"/>
                </a:lnTo>
                <a:lnTo>
                  <a:pt x="0" y="263938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1364" y="-1"/>
            <a:ext cx="2696012" cy="6858000"/>
          </a:xfrm>
          <a:custGeom>
            <a:avLst/>
            <a:gdLst>
              <a:gd name="connsiteX0" fmla="*/ 0 w 2696012"/>
              <a:gd name="connsiteY0" fmla="*/ 3926048 h 6858000"/>
              <a:gd name="connsiteX1" fmla="*/ 2696012 w 2696012"/>
              <a:gd name="connsiteY1" fmla="*/ 3926048 h 6858000"/>
              <a:gd name="connsiteX2" fmla="*/ 2696012 w 2696012"/>
              <a:gd name="connsiteY2" fmla="*/ 6858000 h 6858000"/>
              <a:gd name="connsiteX3" fmla="*/ 0 w 2696012"/>
              <a:gd name="connsiteY3" fmla="*/ 6858000 h 6858000"/>
              <a:gd name="connsiteX4" fmla="*/ 0 w 2696012"/>
              <a:gd name="connsiteY4" fmla="*/ 0 h 6858000"/>
              <a:gd name="connsiteX5" fmla="*/ 2696012 w 2696012"/>
              <a:gd name="connsiteY5" fmla="*/ 0 h 6858000"/>
              <a:gd name="connsiteX6" fmla="*/ 2696012 w 2696012"/>
              <a:gd name="connsiteY6" fmla="*/ 3806505 h 6858000"/>
              <a:gd name="connsiteX7" fmla="*/ 0 w 2696012"/>
              <a:gd name="connsiteY7" fmla="*/ 3806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012" h="6858000">
                <a:moveTo>
                  <a:pt x="0" y="3926048"/>
                </a:moveTo>
                <a:lnTo>
                  <a:pt x="2696012" y="3926048"/>
                </a:lnTo>
                <a:lnTo>
                  <a:pt x="269601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2696012" y="0"/>
                </a:lnTo>
                <a:lnTo>
                  <a:pt x="2696012" y="3806505"/>
                </a:lnTo>
                <a:lnTo>
                  <a:pt x="0" y="380650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5347" y="0"/>
            <a:ext cx="3216654" cy="6858000"/>
          </a:xfrm>
          <a:custGeom>
            <a:avLst/>
            <a:gdLst>
              <a:gd name="connsiteX0" fmla="*/ 0 w 3216654"/>
              <a:gd name="connsiteY0" fmla="*/ 0 h 6858000"/>
              <a:gd name="connsiteX1" fmla="*/ 3216654 w 3216654"/>
              <a:gd name="connsiteY1" fmla="*/ 0 h 6858000"/>
              <a:gd name="connsiteX2" fmla="*/ 3216654 w 3216654"/>
              <a:gd name="connsiteY2" fmla="*/ 6858000 h 6858000"/>
              <a:gd name="connsiteX3" fmla="*/ 0 w 32166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6654" h="6858000">
                <a:moveTo>
                  <a:pt x="0" y="0"/>
                </a:moveTo>
                <a:lnTo>
                  <a:pt x="3216654" y="0"/>
                </a:lnTo>
                <a:lnTo>
                  <a:pt x="321665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03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36889" y="3501008"/>
            <a:ext cx="2542887" cy="2808312"/>
          </a:xfrm>
          <a:custGeom>
            <a:avLst/>
            <a:gdLst>
              <a:gd name="connsiteX0" fmla="*/ 0 w 2542887"/>
              <a:gd name="connsiteY0" fmla="*/ 0 h 2808312"/>
              <a:gd name="connsiteX1" fmla="*/ 2542887 w 2542887"/>
              <a:gd name="connsiteY1" fmla="*/ 0 h 2808312"/>
              <a:gd name="connsiteX2" fmla="*/ 2542887 w 2542887"/>
              <a:gd name="connsiteY2" fmla="*/ 2808312 h 2808312"/>
              <a:gd name="connsiteX3" fmla="*/ 0 w 2542887"/>
              <a:gd name="connsiteY3" fmla="*/ 2808312 h 280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2887" h="2808312">
                <a:moveTo>
                  <a:pt x="0" y="0"/>
                </a:moveTo>
                <a:lnTo>
                  <a:pt x="2542887" y="0"/>
                </a:lnTo>
                <a:lnTo>
                  <a:pt x="2542887" y="2808312"/>
                </a:lnTo>
                <a:lnTo>
                  <a:pt x="0" y="280831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79776" y="1052736"/>
            <a:ext cx="5256584" cy="5805264"/>
          </a:xfrm>
          <a:custGeom>
            <a:avLst/>
            <a:gdLst>
              <a:gd name="connsiteX0" fmla="*/ 0 w 5256584"/>
              <a:gd name="connsiteY0" fmla="*/ 0 h 5805264"/>
              <a:gd name="connsiteX1" fmla="*/ 5256584 w 5256584"/>
              <a:gd name="connsiteY1" fmla="*/ 0 h 5805264"/>
              <a:gd name="connsiteX2" fmla="*/ 5256584 w 5256584"/>
              <a:gd name="connsiteY2" fmla="*/ 5805264 h 5805264"/>
              <a:gd name="connsiteX3" fmla="*/ 0 w 5256584"/>
              <a:gd name="connsiteY3" fmla="*/ 5805264 h 580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6584" h="5805264">
                <a:moveTo>
                  <a:pt x="0" y="0"/>
                </a:moveTo>
                <a:lnTo>
                  <a:pt x="5256584" y="0"/>
                </a:lnTo>
                <a:lnTo>
                  <a:pt x="5256584" y="5805264"/>
                </a:lnTo>
                <a:lnTo>
                  <a:pt x="0" y="580526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C5E4C6C3-ACB5-4B75-A51F-DDD267D32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3216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81C8CA4E-D655-4686-BAA9-00AD783F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6080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6ED7187-3EEF-4EAD-AAB7-223803113C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28944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19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24654D7-564A-4116-929B-76F844E7A0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4628" y="3429000"/>
            <a:ext cx="3870190" cy="3429000"/>
          </a:xfrm>
          <a:custGeom>
            <a:avLst/>
            <a:gdLst>
              <a:gd name="connsiteX0" fmla="*/ 0 w 3870190"/>
              <a:gd name="connsiteY0" fmla="*/ 0 h 3429000"/>
              <a:gd name="connsiteX1" fmla="*/ 3870190 w 3870190"/>
              <a:gd name="connsiteY1" fmla="*/ 0 h 3429000"/>
              <a:gd name="connsiteX2" fmla="*/ 3870190 w 3870190"/>
              <a:gd name="connsiteY2" fmla="*/ 3429000 h 3429000"/>
              <a:gd name="connsiteX3" fmla="*/ 0 w 387019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190" h="3429000">
                <a:moveTo>
                  <a:pt x="0" y="0"/>
                </a:moveTo>
                <a:lnTo>
                  <a:pt x="3870190" y="0"/>
                </a:lnTo>
                <a:lnTo>
                  <a:pt x="387019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32636F5-E02A-458F-B668-6580411F80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4818" y="3429000"/>
            <a:ext cx="3870190" cy="3429000"/>
          </a:xfrm>
          <a:custGeom>
            <a:avLst/>
            <a:gdLst>
              <a:gd name="connsiteX0" fmla="*/ 0 w 3870190"/>
              <a:gd name="connsiteY0" fmla="*/ 0 h 3429000"/>
              <a:gd name="connsiteX1" fmla="*/ 3870190 w 3870190"/>
              <a:gd name="connsiteY1" fmla="*/ 0 h 3429000"/>
              <a:gd name="connsiteX2" fmla="*/ 3870190 w 3870190"/>
              <a:gd name="connsiteY2" fmla="*/ 3429000 h 3429000"/>
              <a:gd name="connsiteX3" fmla="*/ 0 w 387019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190" h="3429000">
                <a:moveTo>
                  <a:pt x="0" y="0"/>
                </a:moveTo>
                <a:lnTo>
                  <a:pt x="3870190" y="0"/>
                </a:lnTo>
                <a:lnTo>
                  <a:pt x="387019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CFBB72-FF1C-4EDA-AFEC-1AA7DCE508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867296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7D95B17-69D0-4F4E-9F4E-F80EDA771F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91544" y="3429000"/>
            <a:ext cx="3096344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D3E583B-3597-48CD-B5A1-BAF765C372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12136" y="3429000"/>
            <a:ext cx="3096344" cy="1603944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7C88796-56E7-4B2F-AF5C-06A99AD11F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2136" y="5157192"/>
            <a:ext cx="3096344" cy="1700808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CEA9CAC6-B117-41F0-9929-20723B0521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728" y="3429000"/>
            <a:ext cx="3759272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05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DEB5E1-4413-49E1-B15D-D26E369F6C7C}"/>
              </a:ext>
            </a:extLst>
          </p:cNvPr>
          <p:cNvSpPr/>
          <p:nvPr userDrawn="1"/>
        </p:nvSpPr>
        <p:spPr>
          <a:xfrm>
            <a:off x="7193325" y="0"/>
            <a:ext cx="49986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D0025F-653E-4F78-A6DA-1E7767F704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53767" y="0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E1CF4A8-AF6D-4F78-956C-10ED5821FD3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53767" y="1934285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521CE4C-604C-4CFF-90C3-908299B8147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953767" y="3874647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F76FD6B-222D-4D20-999A-DBECB43356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53767" y="5815009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7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755549-BB0F-42B6-A843-45A1781299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132856"/>
            <a:ext cx="6450628" cy="4725143"/>
          </a:xfrm>
          <a:custGeom>
            <a:avLst/>
            <a:gdLst>
              <a:gd name="connsiteX0" fmla="*/ 0 w 6450628"/>
              <a:gd name="connsiteY0" fmla="*/ 0 h 4725143"/>
              <a:gd name="connsiteX1" fmla="*/ 6450628 w 6450628"/>
              <a:gd name="connsiteY1" fmla="*/ 0 h 4725143"/>
              <a:gd name="connsiteX2" fmla="*/ 6450628 w 6450628"/>
              <a:gd name="connsiteY2" fmla="*/ 4725143 h 4725143"/>
              <a:gd name="connsiteX3" fmla="*/ 0 w 6450628"/>
              <a:gd name="connsiteY3" fmla="*/ 4725143 h 4725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0628" h="4725143">
                <a:moveTo>
                  <a:pt x="0" y="0"/>
                </a:moveTo>
                <a:lnTo>
                  <a:pt x="6450628" y="0"/>
                </a:lnTo>
                <a:lnTo>
                  <a:pt x="6450628" y="4725143"/>
                </a:lnTo>
                <a:lnTo>
                  <a:pt x="0" y="4725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3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4175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theme" Target="../theme/theme1.xml"/><Relationship Id="rId1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F2BF25-A293-95A2-DEA6-505B92C293D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1027" name="Прямоугольник 13">
            <a:extLst>
              <a:ext uri="{FF2B5EF4-FFF2-40B4-BE49-F238E27FC236}">
                <a16:creationId xmlns:a16="http://schemas.microsoft.com/office/drawing/2014/main" id="{7729348D-5EA7-3505-2BB9-DC522A5560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2140" y="6474370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rgbClr val="404040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rgbClr val="404040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B7C62364-14A3-9180-A648-E682760E67EA}"/>
              </a:ext>
            </a:extLst>
          </p:cNvPr>
          <p:cNvSpPr txBox="1">
            <a:spLocks/>
          </p:cNvSpPr>
          <p:nvPr userDrawn="1"/>
        </p:nvSpPr>
        <p:spPr>
          <a:xfrm>
            <a:off x="9083676" y="6369125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tx1">
                    <a:lumMod val="75000"/>
                    <a:lumOff val="25000"/>
                  </a:schemeClr>
                </a:solidFill>
                <a:ea typeface="Karla" pitchFamily="2" charset="0"/>
                <a:cs typeface="Poppins Light" panose="02000000000000000000" pitchFamily="2" charset="0"/>
              </a:rPr>
              <a:t>www.carver-as.com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3210D2CE-74DC-C0D3-6529-B4FA8B44041D}"/>
              </a:ext>
            </a:extLst>
          </p:cNvPr>
          <p:cNvSpPr txBox="1">
            <a:spLocks/>
          </p:cNvSpPr>
          <p:nvPr userDrawn="1"/>
        </p:nvSpPr>
        <p:spPr>
          <a:xfrm>
            <a:off x="472191" y="6424918"/>
            <a:ext cx="2239433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                      |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0F36CA-8384-69AB-29A1-B52387E04AE9}"/>
              </a:ext>
            </a:extLst>
          </p:cNvPr>
          <p:cNvPicPr>
            <a:picLocks noChangeAspect="1"/>
          </p:cNvPicPr>
          <p:nvPr userDrawn="1"/>
        </p:nvPicPr>
        <p:blipFill>
          <a:blip r:embed="rId1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78" y="6497036"/>
            <a:ext cx="664954" cy="10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  <p:sldLayoutId id="2147483962" r:id="rId31"/>
    <p:sldLayoutId id="2147483963" r:id="rId32"/>
    <p:sldLayoutId id="2147483964" r:id="rId33"/>
    <p:sldLayoutId id="2147483965" r:id="rId34"/>
    <p:sldLayoutId id="2147483966" r:id="rId35"/>
    <p:sldLayoutId id="2147483967" r:id="rId36"/>
    <p:sldLayoutId id="2147483968" r:id="rId37"/>
    <p:sldLayoutId id="2147483969" r:id="rId38"/>
    <p:sldLayoutId id="2147483970" r:id="rId39"/>
    <p:sldLayoutId id="2147483971" r:id="rId40"/>
    <p:sldLayoutId id="2147483972" r:id="rId41"/>
    <p:sldLayoutId id="2147483973" r:id="rId42"/>
    <p:sldLayoutId id="2147483974" r:id="rId43"/>
    <p:sldLayoutId id="2147483975" r:id="rId44"/>
    <p:sldLayoutId id="2147483976" r:id="rId45"/>
    <p:sldLayoutId id="2147483977" r:id="rId46"/>
    <p:sldLayoutId id="2147483978" r:id="rId47"/>
    <p:sldLayoutId id="2147483979" r:id="rId48"/>
    <p:sldLayoutId id="2147483980" r:id="rId49"/>
    <p:sldLayoutId id="2147483981" r:id="rId50"/>
    <p:sldLayoutId id="2147483982" r:id="rId51"/>
    <p:sldLayoutId id="2147483983" r:id="rId52"/>
    <p:sldLayoutId id="2147483984" r:id="rId53"/>
    <p:sldLayoutId id="2147483985" r:id="rId54"/>
    <p:sldLayoutId id="2147483986" r:id="rId55"/>
    <p:sldLayoutId id="2147483987" r:id="rId56"/>
    <p:sldLayoutId id="2147483988" r:id="rId57"/>
    <p:sldLayoutId id="2147483989" r:id="rId58"/>
    <p:sldLayoutId id="2147483990" r:id="rId59"/>
    <p:sldLayoutId id="2147483991" r:id="rId60"/>
    <p:sldLayoutId id="2147483992" r:id="rId61"/>
    <p:sldLayoutId id="2147483993" r:id="rId62"/>
    <p:sldLayoutId id="2147483994" r:id="rId63"/>
    <p:sldLayoutId id="2147483995" r:id="rId64"/>
    <p:sldLayoutId id="2147483996" r:id="rId65"/>
    <p:sldLayoutId id="2147483997" r:id="rId66"/>
    <p:sldLayoutId id="2147483998" r:id="rId67"/>
    <p:sldLayoutId id="2147483999" r:id="rId68"/>
    <p:sldLayoutId id="2147484000" r:id="rId69"/>
    <p:sldLayoutId id="2147484001" r:id="rId70"/>
    <p:sldLayoutId id="2147484002" r:id="rId71"/>
    <p:sldLayoutId id="2147484003" r:id="rId72"/>
    <p:sldLayoutId id="2147484004" r:id="rId73"/>
    <p:sldLayoutId id="2147484005" r:id="rId74"/>
    <p:sldLayoutId id="2147484006" r:id="rId75"/>
    <p:sldLayoutId id="2147484007" r:id="rId76"/>
    <p:sldLayoutId id="2147484008" r:id="rId77"/>
    <p:sldLayoutId id="2147484009" r:id="rId78"/>
    <p:sldLayoutId id="2147484010" r:id="rId79"/>
    <p:sldLayoutId id="2147484011" r:id="rId80"/>
    <p:sldLayoutId id="2147484012" r:id="rId81"/>
    <p:sldLayoutId id="2147484013" r:id="rId82"/>
    <p:sldLayoutId id="2147484014" r:id="rId83"/>
    <p:sldLayoutId id="2147484015" r:id="rId84"/>
    <p:sldLayoutId id="2147484016" r:id="rId85"/>
    <p:sldLayoutId id="2147484017" r:id="rId86"/>
    <p:sldLayoutId id="2147484018" r:id="rId87"/>
    <p:sldLayoutId id="2147484019" r:id="rId88"/>
    <p:sldLayoutId id="2147484020" r:id="rId89"/>
    <p:sldLayoutId id="2147484021" r:id="rId90"/>
    <p:sldLayoutId id="2147484022" r:id="rId91"/>
    <p:sldLayoutId id="2147484023" r:id="rId92"/>
    <p:sldLayoutId id="2147484024" r:id="rId93"/>
    <p:sldLayoutId id="2147484025" r:id="rId94"/>
    <p:sldLayoutId id="2147484026" r:id="rId95"/>
    <p:sldLayoutId id="2147484027" r:id="rId96"/>
    <p:sldLayoutId id="2147484028" r:id="rId97"/>
    <p:sldLayoutId id="2147484029" r:id="rId98"/>
    <p:sldLayoutId id="2147484030" r:id="rId99"/>
    <p:sldLayoutId id="2147484031" r:id="rId100"/>
    <p:sldLayoutId id="2147484032" r:id="rId101"/>
    <p:sldLayoutId id="2147484033" r:id="rId102"/>
    <p:sldLayoutId id="2147484034" r:id="rId103"/>
    <p:sldLayoutId id="2147484035" r:id="rId104"/>
    <p:sldLayoutId id="2147484036" r:id="rId105"/>
    <p:sldLayoutId id="2147484037" r:id="rId106"/>
    <p:sldLayoutId id="2147484038" r:id="rId107"/>
    <p:sldLayoutId id="2147484039" r:id="rId108"/>
    <p:sldLayoutId id="2147484040" r:id="rId109"/>
    <p:sldLayoutId id="2147484041" r:id="rId110"/>
    <p:sldLayoutId id="2147484042" r:id="rId111"/>
    <p:sldLayoutId id="2147484043" r:id="rId112"/>
    <p:sldLayoutId id="2147484044" r:id="rId113"/>
    <p:sldLayoutId id="2147484045" r:id="rId114"/>
    <p:sldLayoutId id="2147484046" r:id="rId115"/>
    <p:sldLayoutId id="2147484047" r:id="rId116"/>
    <p:sldLayoutId id="2147484048" r:id="rId117"/>
  </p:sldLayoutIdLst>
  <p:txStyles>
    <p:titleStyle>
      <a:lvl1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2pPr>
      <a:lvl3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3pPr>
      <a:lvl4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4pPr>
      <a:lvl5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5pPr>
      <a:lvl6pPr marL="304770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6pPr>
      <a:lvl7pPr marL="609539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7pPr>
      <a:lvl8pPr marL="914309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8pPr>
      <a:lvl9pPr marL="1219078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9pPr>
    </p:titleStyle>
    <p:bodyStyle>
      <a:lvl1pPr marL="228577" indent="-228577" algn="l" defTabSz="914309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microsoft.com/office/2007/relationships/hdphoto" Target="../media/hdphoto1.wdp"/><Relationship Id="rId8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1.jpeg"/><Relationship Id="rId3" Type="http://schemas.openxmlformats.org/officeDocument/2006/relationships/notesSlide" Target="../notesSlides/notesSlide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1.jpeg"/><Relationship Id="rId3" Type="http://schemas.openxmlformats.org/officeDocument/2006/relationships/notesSlide" Target="../notesSlides/notesSlide3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image" Target="../media/image22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ángulo 4">
            <a:extLst>
              <a:ext uri="{FF2B5EF4-FFF2-40B4-BE49-F238E27FC236}">
                <a16:creationId xmlns:a16="http://schemas.microsoft.com/office/drawing/2014/main" id="{DCCD0FBB-5240-4EF7-B55F-C50D70D33373}"/>
              </a:ext>
            </a:extLst>
          </p:cNvPr>
          <p:cNvSpPr/>
          <p:nvPr/>
        </p:nvSpPr>
        <p:spPr>
          <a:xfrm>
            <a:off x="941" y="-35190"/>
            <a:ext cx="12209849" cy="6893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3" name="Picture Placeholder 1"/>
          <p:cNvSpPr txBox="1">
            <a:spLocks/>
          </p:cNvSpPr>
          <p:nvPr/>
        </p:nvSpPr>
        <p:spPr>
          <a:xfrm>
            <a:off x="-393" y="-35190"/>
            <a:ext cx="12209849" cy="689266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82000">
                <a:srgbClr val="CC0000">
                  <a:alpha val="95000"/>
                </a:srgb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/>
          <a:lstStyle/>
          <a:p>
            <a:endParaRPr lang="es-ES" sz="1200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7855352" y="4476588"/>
            <a:ext cx="3161812" cy="3161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5124600" y="4888583"/>
            <a:ext cx="1968888" cy="19688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855352" y="1433206"/>
            <a:ext cx="4355438" cy="4355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924635" y="5259086"/>
            <a:ext cx="1059115" cy="10591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185669" y="2975828"/>
            <a:ext cx="1500762" cy="1500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9029247" y="-840141"/>
            <a:ext cx="3161812" cy="3161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7BDFFAB3-630B-6DB0-21E0-BC0BF187EF6B}"/>
              </a:ext>
            </a:extLst>
          </p:cNvPr>
          <p:cNvSpPr txBox="1"/>
          <p:nvPr/>
        </p:nvSpPr>
        <p:spPr>
          <a:xfrm>
            <a:off x="-215798" y="1790166"/>
            <a:ext cx="3488041" cy="70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endParaRPr lang="ca-ES" sz="80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r" defTabSz="304770">
              <a:spcBef>
                <a:spcPts val="400"/>
              </a:spcBef>
              <a:defRPr/>
            </a:pPr>
            <a:r>
              <a:rPr lang="ca-ES" sz="1067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share our experience and passion to develop </a:t>
            </a:r>
          </a:p>
          <a:p>
            <a:pPr algn="r" defTabSz="304770">
              <a:spcBef>
                <a:spcPts val="400"/>
              </a:spcBef>
              <a:defRPr/>
            </a:pPr>
            <a:r>
              <a:rPr lang="ca-ES" sz="1067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IT solutions that make your business grow</a:t>
            </a:r>
          </a:p>
        </p:txBody>
      </p:sp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AE6F83AF-2833-052F-3684-5319DCC0C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77" y="1568913"/>
            <a:ext cx="2016600" cy="292514"/>
          </a:xfrm>
          <a:prstGeom prst="rect">
            <a:avLst/>
          </a:prstGeom>
        </p:spPr>
      </p:pic>
      <p:cxnSp>
        <p:nvCxnSpPr>
          <p:cNvPr id="29" name="Straight Connector 11">
            <a:extLst>
              <a:ext uri="{FF2B5EF4-FFF2-40B4-BE49-F238E27FC236}">
                <a16:creationId xmlns:a16="http://schemas.microsoft.com/office/drawing/2014/main" id="{441D4954-0498-1518-21DC-B4CA376C154E}"/>
              </a:ext>
            </a:extLst>
          </p:cNvPr>
          <p:cNvCxnSpPr>
            <a:cxnSpLocks/>
          </p:cNvCxnSpPr>
          <p:nvPr/>
        </p:nvCxnSpPr>
        <p:spPr>
          <a:xfrm>
            <a:off x="3606587" y="1261264"/>
            <a:ext cx="0" cy="1395061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">
            <a:extLst>
              <a:ext uri="{FF2B5EF4-FFF2-40B4-BE49-F238E27FC236}">
                <a16:creationId xmlns:a16="http://schemas.microsoft.com/office/drawing/2014/main" id="{721CB9B0-910A-0A05-B514-EE0EE1768E47}"/>
              </a:ext>
            </a:extLst>
          </p:cNvPr>
          <p:cNvSpPr txBox="1"/>
          <p:nvPr/>
        </p:nvSpPr>
        <p:spPr>
          <a:xfrm>
            <a:off x="3891442" y="1111356"/>
            <a:ext cx="6525035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770">
              <a:lnSpc>
                <a:spcPct val="150000"/>
              </a:lnSpc>
              <a:spcBef>
                <a:spcPts val="533"/>
              </a:spcBef>
              <a:defRPr/>
            </a:pPr>
            <a:endParaRPr lang="ca-ES" sz="8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0" defTabSz="457200">
              <a:spcBef>
                <a:spcPts val="800"/>
              </a:spcBef>
              <a:defRPr/>
            </a:pP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Visual Studio: programación asistida con Claude Code</a:t>
            </a:r>
          </a:p>
          <a:p>
            <a:pPr lvl="0" defTabSz="457200">
              <a:spcBef>
                <a:spcPts val="800"/>
              </a:spcBef>
              <a:defRPr/>
            </a:pPr>
            <a:r>
              <a:rPr lang="es-E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Sesión 2. Permisos y datos sensibles, contexto y tokens, comandos propios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DCAD8BD-BFAA-368B-A284-006B759541BC}"/>
              </a:ext>
            </a:extLst>
          </p:cNvPr>
          <p:cNvSpPr txBox="1"/>
          <p:nvPr/>
        </p:nvSpPr>
        <p:spPr>
          <a:xfrm>
            <a:off x="3924635" y="2636912"/>
            <a:ext cx="3488041" cy="44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770">
              <a:spcBef>
                <a:spcPts val="533"/>
              </a:spcBef>
              <a:defRPr/>
            </a:pPr>
            <a:endParaRPr lang="ca-ES" sz="8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defTabSz="304770">
              <a:spcBef>
                <a:spcPts val="533"/>
              </a:spcBef>
              <a:defRPr/>
            </a:pPr>
            <a:r>
              <a:rPr lang="ca-ES" sz="1067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v1.0 Octubre 2026</a:t>
            </a:r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06A0B73E-7F21-43AB-8188-DABAE78E57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990" y="6221087"/>
            <a:ext cx="561975" cy="701675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2A43E23A-A010-470D-94A4-ED8136BE7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625" y="6221087"/>
            <a:ext cx="561975" cy="701675"/>
          </a:xfrm>
          <a:prstGeom prst="rect">
            <a:avLst/>
          </a:prstGeom>
        </p:spPr>
      </p:pic>
      <p:pic>
        <p:nvPicPr>
          <p:cNvPr id="14" name="Imagen 1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E4DD8CE5-CA60-4BD9-B1DF-9A0B8A32CB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5" y="6221086"/>
            <a:ext cx="561975" cy="701675"/>
          </a:xfrm>
          <a:prstGeom prst="rect">
            <a:avLst/>
          </a:prstGeom>
        </p:spPr>
      </p:pic>
      <p:pic>
        <p:nvPicPr>
          <p:cNvPr id="16" name="Imagen 15" descr="Texto&#10;&#10;Descripción generada automáticamente">
            <a:extLst>
              <a:ext uri="{FF2B5EF4-FFF2-40B4-BE49-F238E27FC236}">
                <a16:creationId xmlns:a16="http://schemas.microsoft.com/office/drawing/2014/main" id="{18830B11-ED98-4A99-B7A3-2E0E7F75A9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608" y="6287812"/>
            <a:ext cx="372923" cy="4535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Agenda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Cierre del bloque 02, bloque 03 completo y arranque del bloque 04.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6193" y="1371600"/>
            <a:ext cx="722376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6193" y="137160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HACEMOS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1393" y="1371600"/>
            <a:ext cx="241401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1393" y="1371600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4708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88366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7633" y="188366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Repaso de la sesión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2833" y="188366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</a:p>
        </p:txBody>
      </p:sp>
      <p:sp>
        <p:nvSpPr>
          <p:cNvPr id="15" name="Rectangle 14"/>
          <p:cNvSpPr/>
          <p:nvPr/>
        </p:nvSpPr>
        <p:spPr>
          <a:xfrm>
            <a:off x="405993" y="2258568"/>
            <a:ext cx="11375136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29514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7633" y="229514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Herramientas del agente y modos de 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2833" y="229514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267004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270662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7633" y="270662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settings.json: allow, ask, deny · el límite de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2833" y="270662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3081528"/>
            <a:ext cx="11375136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311810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7633" y="311810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Datos sensibles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2833" y="311810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Teoría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" y="349300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" y="352958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97633" y="352958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02-b: política de permisos mínima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2833" y="352958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· 20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5993" y="3904488"/>
            <a:ext cx="11375136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" y="394106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7633" y="394106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Descanso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2833" y="394106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10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993" y="431596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153" y="435254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7633" y="435254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Qué ocupa el contexto y cómo se controla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2833" y="435254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993" y="4727448"/>
            <a:ext cx="11375136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53" y="476402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97633" y="476402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Tareas acotadas, modelo, esfuerzo y subagentes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2833" y="476402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5993" y="513892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153" y="517550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7633" y="517550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03: difusa frente a acotada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2833" y="517550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· 30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" y="5550408"/>
            <a:ext cx="11375136" cy="3566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3153" y="558698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2:30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97633" y="558698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Comandos propios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2833" y="558698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5993" y="5961888"/>
            <a:ext cx="11375136" cy="35661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3153" y="5998464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2:55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97633" y="5998464"/>
            <a:ext cx="70408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Cierre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2833" y="5998464"/>
            <a:ext cx="22311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Repaso de la sesión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Lo que tiene que estar claro antes de seguir.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LO QUE VIMOS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Agente frente a autocompletado.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Explorar, planificar, implementar, verificar.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Plan antes de editar; fichero y línea.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CLAUDE.md, /init y memoria por niveles.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PREGUNTAS RÁPIDAS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¿Qué hace el modo plan que no hace Manual?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¿Dónde va «recuerda que…»?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¿Gana el CLAUDE.md más cercano?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¿Qué dos cosas faltaban en «arréglalo»?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HOY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Qué puede hacer el agente sin preguntar.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Qué no debe leer nunca.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Cómo gastar menos contexto y obtener mejores respuestas.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Empaquetar lo que repites en un comando.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394960"/>
            <a:ext cx="11375136" cy="8229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532120"/>
            <a:ext cx="63093" cy="5486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553212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EMPEZAR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5833872"/>
            <a:ext cx="10872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.\scripts\empezar-sesion.ps1 -Sesion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57984"/>
            <a:ext cx="128016" cy="254203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B L O Q U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  <a:spcAft>
                <a:spcPts val="600"/>
              </a:spcAft>
              <a:buNone/>
            </a:pPr>
            <a:r>
              <a:rPr sz="12000" b="1" i="0">
                <a:solidFill>
                  <a:srgbClr val="E2001A"/>
                </a:solidFill>
                <a:latin typeface="Roboto"/>
                <a:cs typeface="Robot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BDBDBD"/>
                </a:solidFill>
                <a:latin typeface="Roboto"/>
                <a:cs typeface="Roboto"/>
              </a:rPr>
              <a:t>2 h de formación · hoy, la segunda 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670"/>
              </a:lnSpc>
              <a:spcAft>
                <a:spcPts val="600"/>
              </a:spcAft>
              <a:buNone/>
            </a:pPr>
            <a:r>
              <a:rPr sz="3800" b="1" i="0">
                <a:solidFill>
                  <a:srgbClr val="1D1D1B"/>
                </a:solidFill>
                <a:latin typeface="Roboto"/>
                <a:cs typeface="Roboto"/>
              </a:rPr>
              <a:t>Instrucciones, reglas y permisos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968" y="2880360"/>
            <a:ext cx="713232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315468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CLAUDE.md y memoria por niveles (sesión 1)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Permisos, modos de ejecución y settings.json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Qué cubre una regla deny y qué no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Datos sensibles: secretos, cadenas de conexión y datos personales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5559552"/>
            <a:ext cx="6336792" cy="6400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968" y="5650992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5605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E2001A"/>
                </a:solidFill>
                <a:latin typeface="Roboto"/>
                <a:cs typeface="Roboto"/>
              </a:rPr>
              <a:t>Práctica:  </a:t>
            </a:r>
            <a:r>
              <a:rPr sz="1400" b="0" i="0">
                <a:solidFill>
                  <a:srgbClr val="1D1D1B"/>
                </a:solidFill>
                <a:latin typeface="Roboto"/>
                <a:cs typeface="Roboto"/>
              </a:rPr>
              <a:t>política de permisos mínima, probada y versionada.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Qué puede hacer el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 trabaja con herramientas; los permisos deciden cuáles usa sin preguntarte.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HERRAMIENTA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9153" y="1371600"/>
            <a:ext cx="502920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9153" y="137160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HACE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9793" y="1371600"/>
            <a:ext cx="378561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9793" y="1371600"/>
            <a:ext cx="3785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POR DEFECTO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" y="1847088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" y="188366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Read, Grep, Glob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0593" y="188366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Leer ficheros y buscar en el 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1233" y="1883664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Sin preguntar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414016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45059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Edit, 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0593" y="2450592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Modificar o crear ficheros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1233" y="2450592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 (según el modo)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" y="2980944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" y="30175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Bash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0593" y="3017520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Ejecutar comandos (con Git for Windows, en Git Bash)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1233" y="3017520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 (según el modo)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" y="3547872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" y="3584448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PowerShell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0593" y="3584448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Ejecutar comandos en Windows sin Git Bash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1233" y="3584448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 (según el modo)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" y="4114800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" y="415137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WebFetch, WebSearch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0593" y="4151376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Consultar la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1233" y="4151376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993" y="4681728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53" y="471830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mcp__…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0593" y="471830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Herramientas de servidores MCP conectados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1233" y="4718304"/>
            <a:ext cx="3602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5993" y="544068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5993" y="5568696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609" y="5532120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Importante en Windows: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las reglas escritas para Bash no se aplican a la herramienta PowerShell. Hay que escribir las 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Modos de permisos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Los modos fijan cuánta autonomía tiene el agente; Shift+Tab cambia de modo dentro de la sesión.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2139696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5993" y="1417320"/>
            <a:ext cx="2139696" cy="502920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993" y="1417320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585" y="210312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Qué hace: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No edita. Lee y ejecuta comandos de lectura para explorar.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585" y="365760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Cuándo: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Entender código ajeno o preparar un cambio grande.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1993" y="1417320"/>
            <a:ext cx="2139696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1993" y="1417320"/>
            <a:ext cx="2139696" cy="502920"/>
          </a:xfrm>
          <a:prstGeom prst="roundRect">
            <a:avLst>
              <a:gd name="adj" fmla="val 12000"/>
            </a:avLst>
          </a:prstGeom>
          <a:solidFill>
            <a:srgbClr val="3A3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1993" y="1417320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6585" y="210312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Qué hace: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Pide confirmación en cada edición y cada comando.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6585" y="365760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Cuándo: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Aprender y código sensible.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7993" y="1417320"/>
            <a:ext cx="2139696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77993" y="1417320"/>
            <a:ext cx="2139696" cy="502920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7993" y="1417320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Aceptar ediciones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2585" y="210312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Qué hace: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Edita y ejecuta mkdir, mv, cp, rm o sed en el proyecto sin preguntar.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2585" y="365760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Cuándo: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Tareas acotadas con la rama limpia.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3993" y="1417320"/>
            <a:ext cx="2139696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3993" y="1417320"/>
            <a:ext cx="2139696" cy="502920"/>
          </a:xfrm>
          <a:prstGeom prst="roundRect">
            <a:avLst>
              <a:gd name="adj" fmla="val 12000"/>
            </a:avLst>
          </a:prstGeom>
          <a:solidFill>
            <a:srgbClr val="7A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3993" y="1417320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Auto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8585" y="210312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Qué hace: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Un clasificador revisa cada acción y frena las arriesgadas.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8585" y="365760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Cuándo: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Modo de arranque: saber que está y cuándo bajar a Manual.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9993" y="1417320"/>
            <a:ext cx="2139696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49993" y="1417320"/>
            <a:ext cx="2139696" cy="502920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9993" y="1417320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Omitir permisos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4585" y="210312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Qué hace: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Ejecuta todo sin preguntar (--dangerously-skip-permissions).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4585" y="3657600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3A3D42"/>
                </a:solidFill>
                <a:latin typeface="Roboto"/>
                <a:cs typeface="Roboto"/>
              </a:rPr>
              <a:t>Cuándo:</a:t>
            </a: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 Solo en un contenedor desechable y sin root.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993" y="5513832"/>
            <a:ext cx="11375136" cy="6858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5993" y="5641848"/>
            <a:ext cx="63093" cy="42976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" y="5605272"/>
            <a:ext cx="10826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Criterio de equipo: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el modo decide cuándo pregunta; settings.json decide qué está permitido o prohibido siempre, sea cual sea el modo.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El modo auto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Es el modo con el que arranca hoy Claude Code: conviene saber qué hace y cuándo bajarlo.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HACE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segundo modelo, el clasificador, revisa cada acción antes de ejecutarla.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Deja pasar lo rutinario (leer, compilar, probar).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Frena lo arriesgado: borrar fuera del proyecto, exfiltrar datos, comandos destructivos.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CUÁNDO BAJAR A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Código sensible o producción.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Cuando estás aprendiendo y quieres ver cada paso.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Cuando el clasificador deja pasar algo que no esperabas.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LO QUE NO 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es la política del equipo: eso va en settings.json.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es determinista: puede decidir distinto otro día.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sustituye a revisar el diff.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513832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641848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5605272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auto para el día a día con la rama limpia; Manual cuando lo que está en juego importa.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Cómo se fija el modo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Tres formas, de más puntual a más permanente.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EN LA SESIÓN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Shift+Tab cambia de modo.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El indicador está bajo la caja de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AL ARRANCAR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claude --permission-mode default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claude --permission-mode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EL EQUIPO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defaultMode en .claude/settings.json.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Se versiona con el repositorio.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3886200"/>
            <a:ext cx="11375136" cy="233172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023360"/>
            <a:ext cx="63093" cy="20574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402336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.CLAUDE/SETTINGS.JSON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4325112"/>
            <a:ext cx="10872215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  "permissions": {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    "defaultMode": "default"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  # Manual al arrancar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  }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6 · Los modos, uno a uno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12 min · rama s2-inicio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qué pregunta y qué no pregunta cada modo con la misma petición.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Aceptar ediciones no pregunta ni por la carpeta (mkdir).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Pero sí por dotnet build.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En plan no borra: propone.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/permissions enseña reglas, no el modo.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POWERSHELL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 --permission-mode default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# Manual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Crea la carpeta docs/notas con un fichero prueba.md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de una línea.                  # pregunta: rechazar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Shift+Tab hasta aceptar ediciones y repetir: no pregunta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Ejecuta dotnet build.          # ahora sí pregunta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Shift+Tab hasta auto: lo aprueba el clasificador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Shift+Tab hasta plan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Borra docs/notas.             # propone un plan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/permissions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Remove-Item -Recurse docs\notas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settings.json: allow, ask, deny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settings.json convierte la política de permisos en reglas: lo permitido, lo que pregunta y lo prohibido.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371600"/>
            <a:ext cx="7223760" cy="484632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508760"/>
            <a:ext cx="63093" cy="4572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5177" y="1508760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.CLAUDE/SETTINGS.JSON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" y="1810512"/>
            <a:ext cx="67208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"permissions": {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"allow": [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  "Bash(dotnet build *)", "Bash(dotnet test *)",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  "PowerShell(dotnet build *)", "PowerShell(dotnet test *)"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],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"ask": [ "Bash(git push *)", "PowerShell(git push *)" ],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"deny": [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  "Read(./.env)", "Read(./secrets/**)",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  "Read(./**/appsettings.Production.json)",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  "Edit(./**/appsettings.Production.json)"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  ]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}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371600"/>
            <a:ext cx="3968496" cy="1463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371600"/>
            <a:ext cx="396849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62763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ALLOW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002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194560"/>
            <a:ext cx="3456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Seguro y frecuente: no pregunta (build, test).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971800"/>
            <a:ext cx="3968496" cy="1463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971800"/>
            <a:ext cx="396849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322783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6027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3794760"/>
            <a:ext cx="3456432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Efecto fuera de tu equipo: siempre pregunta (push).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572000"/>
            <a:ext cx="3968496" cy="16459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4572000"/>
            <a:ext cx="396849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4828032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DENY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4152" y="52029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5394960"/>
            <a:ext cx="3456432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Prohibido con sus herramientas, en cualquier modo (secretos, producción).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Sintaxis de las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Cada regla nombra una herramienta y, entre paréntesis, a qué se aplica.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347472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REGLA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7873" y="1371600"/>
            <a:ext cx="411480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7873" y="13716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CUBRE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4113" y="1371600"/>
            <a:ext cx="351129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4113" y="1371600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EJEMPLO DE USO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" y="1847088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" y="188366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Bash(dotnet test *)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9313" y="1883664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Comandos de Bash que empiezan así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553" y="1883664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allow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414016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45059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PowerShell(git push *)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9313" y="2450592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Lo mismo en la herramienta PowerShell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553" y="2450592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" y="2980944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" y="301752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Read(./.env)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9313" y="3017520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Leer ese fichero con las herramientas de 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553" y="3017520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" y="3547872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" y="3584448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Edit(./**/appsettings.Production.json)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9313" y="3584448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Editarlo en cualquier carpeta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553" y="3584448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" y="4114800"/>
            <a:ext cx="11375136" cy="51206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" y="4151376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WebFetch(domain:learn.microsoft.com)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9313" y="4151376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Consultar ese dominio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553" y="4151376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allow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993" y="4681728"/>
            <a:ext cx="11375136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53" y="471830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mcp__playwright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9313" y="4718304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Todas las herramientas de ese servidor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553" y="4718304"/>
            <a:ext cx="33284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allow / ask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5993" y="5440680"/>
            <a:ext cx="11375136" cy="5943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5993" y="5568696"/>
            <a:ext cx="63093" cy="3383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609" y="5532120"/>
            <a:ext cx="108264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Comprueba siempre: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/permissions lista las reglas activas y de qué fichero vienen.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Tres ficheros, tres alcances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Las reglas se combinan; deny gana siempre.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.CLAUDE/SETTINGS.JSON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Del equipo, en Git.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misma política para todos.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 revisa en las PR.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.CLAUDE/SETTINGS.LOCAL.JSON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Tuyo, fuera de Git.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Permisos que solo quieres tú.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que apruebas con «no volver a preguntar» acaba aquí.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~/.CLAUDE/SETTINGS.JSON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Global, para todos tus proyectos.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Preferencias personales.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Nunca reglas del equipo.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343400"/>
            <a:ext cx="5586983" cy="187451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34340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" y="459943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PRECEDENCIA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025" y="49743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" y="5166360"/>
            <a:ext cx="507491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deny gana sobre ask y allow.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configuración gestionada (Sistemas) manda.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local prevalece sobre lo compartido.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4145" y="4343400"/>
            <a:ext cx="5586983" cy="187451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4145" y="434340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0177" y="459943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COMPRUEBA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0177" y="49743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0177" y="5166360"/>
            <a:ext cx="5074919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/permissions lista las reglas activas.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Prueba cada deny pidiendo el fichero.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Revisa lo aprobado con «no volver a preguntar».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7 · Política, prueba y límite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15 min · rama s2-inicio · secretos ficticios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Escribir la política, comprobar que bloquea y descubrir lo que no puede bloquear.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Reglas duplicadas para Bash y PowerShell.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Reinicia la sesión tras cambiar settings.json.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deny no para un script que lee .env por dentro.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POWERSHELL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.\scripts\preparar-secretos.ps1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# .env y secrets\ ficticios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notepad .claude\settings.json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# la política anterior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/permissions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Lee el fichero .env y dime qué variables tiene.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bloqueado por deny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Ejecuta dotnet test.        # no pregunta: allow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Ejecuta .\scripts\leer-config.ps1 y dime qué muestra.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el script hace Get-Content .env: deny no lo 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El límite de deny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deny controla las herramientas de Claude, no lo que hace por dentro un programa que lanza.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4913" y="1371600"/>
            <a:ext cx="448056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4913" y="137160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PARA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66913" y="1371600"/>
            <a:ext cx="396849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6913" y="1371600"/>
            <a:ext cx="3968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NO PARA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" y="1847088"/>
            <a:ext cx="11375136" cy="67665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" y="188366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Regla deny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353" y="188366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Read, Edit y Write de Claude sobre esas rutas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8353" y="1883664"/>
            <a:ext cx="37856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Un script o un comando que lea el fichero por dentro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578608"/>
            <a:ext cx="11375136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61518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Hook PreToolUse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6353" y="261518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Cualquier herramienta, con la lógica que escribas (sesión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8353" y="2615184"/>
            <a:ext cx="37856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Lo que tu script no prevea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" y="3310128"/>
            <a:ext cx="11375136" cy="67665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" y="334670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Sandbox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6353" y="334670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Lectura y red a nivel de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8353" y="3346704"/>
            <a:ext cx="37856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En Windows nativo no existe: solo macOS, Linux y WSL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" y="4041648"/>
            <a:ext cx="11375136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" y="407822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Contenedor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6353" y="4078224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Todo lo que no montes dentro (sesión 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8353" y="4078224"/>
            <a:ext cx="37856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Lo que sí montes: no metas secretos reales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5993" y="5349240"/>
            <a:ext cx="11375136" cy="71323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5993" y="5477255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" y="5440679"/>
            <a:ext cx="108264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Conclusión: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los secretos fuera del repositorio de trabajo (User Secrets, variables, Key Vault). Las reglas son una capa, no la única.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Datos sensibles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Todo lo que el agente lee entra en su contexto y viaja al modelo: los datos sensibles no deben estar a su alcance.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0632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SECRETOS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Claves, tokens y certificados.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Fuera del repositorio: User Secrets o variables de entorno.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deny en settings.json para .env y ficheros de claves.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Nunca en la petición ni en CLAUDE.md.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0632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CADENAS DE CONEXIÓN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appsettings.Development.json solo con la BD local.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Producción en el gestor de secretos, no en el repo.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Vigila que no aparezca una cadena real en el diff.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0632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DATOS PERSONALES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Trabaja con datos sintéticos o anonimizados.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No pegues extractos de BD ni logs con datos reales.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La política RGPD del organismo aplica también al agente.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" y="4663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ANTES DE CADA COMMIT</a:t>
            </a:r>
          </a:p>
        </p:txBody>
      </p:sp>
      <p:sp>
        <p:nvSpPr>
          <p:cNvPr id="23" name="Pentagon 22"/>
          <p:cNvSpPr/>
          <p:nvPr/>
        </p:nvSpPr>
        <p:spPr>
          <a:xfrm>
            <a:off x="405993" y="4983480"/>
            <a:ext cx="2953512" cy="566928"/>
          </a:xfrm>
          <a:prstGeom prst="homePlate">
            <a:avLst/>
          </a:prstGeom>
          <a:solidFill>
            <a:srgbClr val="1D1D1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" y="4983480"/>
            <a:ext cx="24780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1. deny en settings</a:t>
            </a:r>
          </a:p>
        </p:txBody>
      </p:sp>
      <p:sp>
        <p:nvSpPr>
          <p:cNvPr id="25" name="Chevron 24"/>
          <p:cNvSpPr/>
          <p:nvPr/>
        </p:nvSpPr>
        <p:spPr>
          <a:xfrm>
            <a:off x="3249777" y="4983480"/>
            <a:ext cx="2953512" cy="566928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4097" y="4983480"/>
            <a:ext cx="24780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2. Secretos fuera</a:t>
            </a:r>
          </a:p>
        </p:txBody>
      </p:sp>
      <p:sp>
        <p:nvSpPr>
          <p:cNvPr id="27" name="Chevron 26"/>
          <p:cNvSpPr/>
          <p:nvPr/>
        </p:nvSpPr>
        <p:spPr>
          <a:xfrm>
            <a:off x="6093561" y="4983480"/>
            <a:ext cx="2953512" cy="566928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7881" y="4983480"/>
            <a:ext cx="24780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3. Datos ficticios</a:t>
            </a:r>
          </a:p>
        </p:txBody>
      </p:sp>
      <p:sp>
        <p:nvSpPr>
          <p:cNvPr id="29" name="Chevron 28"/>
          <p:cNvSpPr/>
          <p:nvPr/>
        </p:nvSpPr>
        <p:spPr>
          <a:xfrm>
            <a:off x="8937345" y="4983480"/>
            <a:ext cx="2953512" cy="566928"/>
          </a:xfrm>
          <a:prstGeom prst="chevron">
            <a:avLst/>
          </a:prstGeom>
          <a:solidFill>
            <a:srgbClr val="E2001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1665" y="4983480"/>
            <a:ext cx="24780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4. Diff sin valores fijos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993" y="5715000"/>
            <a:ext cx="11375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Si un secreto llega a una conversación o a un commit, se considera expuesto: rótalo.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Marcador de posición de imagen 9" descr="Pantalla de computadora con imágen de hombre&#10;&#10;Descripción generada automáticamente con confianza baja">
            <a:extLst>
              <a:ext uri="{FF2B5EF4-FFF2-40B4-BE49-F238E27FC236}">
                <a16:creationId xmlns:a16="http://schemas.microsoft.com/office/drawing/2014/main" id="{83596E15-F685-AC94-1D84-AE98EE694E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"/>
          <a:stretch/>
        </p:blipFill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6FE86D-E44A-4ED2-2C61-0FF2C8F89C5F}"/>
              </a:ext>
            </a:extLst>
          </p:cNvPr>
          <p:cNvSpPr/>
          <p:nvPr/>
        </p:nvSpPr>
        <p:spPr>
          <a:xfrm>
            <a:off x="5667441" y="2202052"/>
            <a:ext cx="138620" cy="38633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E2F29-49BC-3F1F-F309-99916A7D3700}"/>
              </a:ext>
            </a:extLst>
          </p:cNvPr>
          <p:cNvSpPr txBox="1"/>
          <p:nvPr/>
        </p:nvSpPr>
        <p:spPr>
          <a:xfrm>
            <a:off x="6377389" y="3884451"/>
            <a:ext cx="5443227" cy="7487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533"/>
              </a:spcBef>
              <a:defRPr/>
            </a:pPr>
            <a:r>
              <a:rPr lang="es-ES" sz="21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Política de permisos mínima, probada y versionada</a:t>
            </a:r>
            <a:endParaRPr lang="ru-RU" sz="213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C5833B-92DA-6CAE-5AB1-19CF26D11FF0}"/>
              </a:ext>
            </a:extLst>
          </p:cNvPr>
          <p:cNvSpPr/>
          <p:nvPr/>
        </p:nvSpPr>
        <p:spPr>
          <a:xfrm>
            <a:off x="941" y="2010523"/>
            <a:ext cx="5806179" cy="19459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6CFC6-0960-2253-54EA-66B55ED36238}"/>
              </a:ext>
            </a:extLst>
          </p:cNvPr>
          <p:cNvSpPr txBox="1"/>
          <p:nvPr/>
        </p:nvSpPr>
        <p:spPr>
          <a:xfrm>
            <a:off x="750654" y="4702897"/>
            <a:ext cx="4761765" cy="695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4666"/>
              </a:lnSpc>
              <a:defRPr/>
            </a:pP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Práctica 02-b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Práctica 02-b · Política de permisos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Práctica (20 min, individual): definir, probar y versionar la política de permisos mínima del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" y="1371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PASOS DE LA PRÁCTICA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180136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934" y="224027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78308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Prepara: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.\scripts\preparar-secretos.ps1 (crea .env y secrets\ ficticios).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" y="241858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41858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" y="285750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40030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Define: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.claude/settings.json con allow para build y test, ask para push y deny para .env, secrets/ y producción.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303580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" y="347472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01752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Duplica: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cada regla de Bash también para PowerShell.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365302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5302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" y="409193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63473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Prueba: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reinicia Claude, /permissions y pide leer appsettings.Production.json y .env.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" y="427024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27024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934" y="470915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25195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Busca el límite: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pide ejecutar .\scripts\leer-config.ps1 y anota qué para cada control.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" y="488746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88746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86917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Versiona: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commit de settings.json; lo personal, en settings.local.json.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1417320"/>
            <a:ext cx="3959352" cy="21945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1417320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1673352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CHECKLIST DE SALIDA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240280"/>
            <a:ext cx="344728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settings.json con allow, ask y deny.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Reglas Bash y PowerShell.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Acceso a secretos bloqueado y probado.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Límite anotado.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3730752"/>
            <a:ext cx="3959352" cy="17373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3730752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3986784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SI ALGO FALLA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4361688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4553712"/>
            <a:ext cx="3447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Regla sin efecto: reinicia la sesión.</a:t>
            </a:r>
          </a:p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JSON inválido: Claude avisa al arrancar.</a:t>
            </a:r>
          </a:p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Permiso extraño: /permissions.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5993" y="557784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" y="5705855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" y="566927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Objetivo: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que cada sesión arranque con las mismas reglas para todo el equipo.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57984"/>
            <a:ext cx="128016" cy="254203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B L O Q U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  <a:spcAft>
                <a:spcPts val="600"/>
              </a:spcAft>
              <a:buNone/>
            </a:pPr>
            <a:r>
              <a:rPr sz="12000" b="1" i="0">
                <a:solidFill>
                  <a:srgbClr val="E2001A"/>
                </a:solidFill>
                <a:latin typeface="Roboto"/>
                <a:cs typeface="Robot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BDBDBD"/>
                </a:solidFill>
                <a:latin typeface="Roboto"/>
                <a:cs typeface="Roboto"/>
              </a:rPr>
              <a:t>1,5 h de 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670"/>
              </a:lnSpc>
              <a:spcAft>
                <a:spcPts val="600"/>
              </a:spcAft>
              <a:buNone/>
            </a:pPr>
            <a:r>
              <a:rPr sz="3800" b="1" i="0">
                <a:solidFill>
                  <a:srgbClr val="1D1D1B"/>
                </a:solidFill>
                <a:latin typeface="Roboto"/>
                <a:cs typeface="Roboto"/>
              </a:rPr>
              <a:t>Gestión del contexto y uso eficiente de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968" y="2880360"/>
            <a:ext cx="713232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315468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Qué consume contexto y cómo se degrada una sesión larga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/clear, /compact, /context y /usage; cuándo abrir sesión nueva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Tareas acotadas y ficheros referenciados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Modelo, nivel de esfuerzo y subagentes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5559552"/>
            <a:ext cx="6336792" cy="6400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968" y="5650992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5605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E2001A"/>
                </a:solidFill>
                <a:latin typeface="Roboto"/>
                <a:cs typeface="Roboto"/>
              </a:rPr>
              <a:t>Práctica:  </a:t>
            </a:r>
            <a:r>
              <a:rPr sz="1400" b="0" i="0">
                <a:solidFill>
                  <a:srgbClr val="1D1D1B"/>
                </a:solidFill>
                <a:latin typeface="Roboto"/>
                <a:cs typeface="Roboto"/>
              </a:rPr>
              <a:t>la misma tarea planteada de forma difusa y de forma acotada.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Qué ocupa la ventana de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Cada petición, fichero leído y salida de comando ocupa la ventana de contexto: la memoria de trabajo de la sesión.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993" y="1417320"/>
            <a:ext cx="2011680" cy="566928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993" y="141732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Sistema + CLAUDE.md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7673" y="1417320"/>
            <a:ext cx="4206240" cy="5669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7673" y="14173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Ficheros leídos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3913" y="1417320"/>
            <a:ext cx="3291840" cy="566928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3913" y="141732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Roboto"/>
                <a:cs typeface="Roboto"/>
              </a:rPr>
              <a:t>Historial y salidas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15753" y="1417320"/>
            <a:ext cx="1865376" cy="566928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5753" y="1417320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Espacio libre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993" y="2240280"/>
            <a:ext cx="3657600" cy="397763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5993" y="224028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" y="249631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OCUPA LA VENTANA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025" y="28712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" y="3063240"/>
            <a:ext cx="3145536" cy="3017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Instrucciones del sistema, CLAUDE.md y descripciones de skills.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Cada fichero que lee, entero o por fragmentos.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Peticiones, respuestas y salidas de build, tests y logs.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Definiciones de herramientas MCP.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4761" y="2240280"/>
            <a:ext cx="3657600" cy="397763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4761" y="224028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0793" y="249631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 SE DEGRADA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0793" y="28712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0793" y="3063240"/>
            <a:ext cx="3145536" cy="3017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Pesa más lo reciente: olvida decisiones del principio.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Cerca del límite se compacta solo y se pierde detalle.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Vuelven respuestas genéricas y errores ya corregidos.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3529" y="2240280"/>
            <a:ext cx="3657600" cy="397763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3529" y="224028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9561" y="249631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 PROTEGERLA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79561" y="28712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9561" y="3063240"/>
            <a:ext cx="3145536" cy="3017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Una sesión por tarea; /clear al cambiar de objetivo.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Referencia ficheros concretos con @.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Desactiva los servidores MCP que no uses.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Delega búsquedas largas en subagentes.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Señales de una sesión cansada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Una sesión larga no avisa: hay que reconocer los síntomas.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SÍNTOMA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HACER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Repite errores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Vuelve a proponer algo que ya descartaste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/clear y retomar con un resumen de lo decidido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551176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587752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Respuestas genéricas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5877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Deja de citar ficheros y líneas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587752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/context: si está lleno, /compact con foco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209544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246120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Pierde una regla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246120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Ignora algo que dijiste al principio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246120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 es del proyecto, al CLAUDE.md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3867911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3904487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Cambio de tarea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3904487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Arrastra contexto de la anterior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3904487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/clear siempre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" y="4526279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" y="4562855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Se compacta solo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3473" y="4562855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Aviso de compactación automática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2593" y="4562855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Revisa qué conserva; mejor sesión nueva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5993" y="5440680"/>
            <a:ext cx="11375136" cy="6858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5993" y="5568696"/>
            <a:ext cx="63093" cy="42976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" y="5532120"/>
            <a:ext cx="10826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/clear al cambiar de tarea o si el rumbo se ha torcido; /compact solo si sigues en la misma tarea y la conversación ya es larga.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Comandos para controlar el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Con media docena de comandos ves qué ocupa el contexto, lo liberas y decides cuándo empezar de cero.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COMANDO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9153" y="1371600"/>
            <a:ext cx="8906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9153" y="1371600"/>
            <a:ext cx="8906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HACE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4708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88366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0593" y="188366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Desglose de lo que ocupa la ventana: sistema, herramientas, memoria, mensajes.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" y="239572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" y="243230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0593" y="243230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Vacía la conversación para empezar otra tarea.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94436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98094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/compact [foco]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0593" y="298094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Resume y libera; el foco dice qué conservar.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993" y="349300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" y="352958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0593" y="352958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Uso de la sesión y del plan (/cost es un alias). En Team, sin importe en €.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04164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07822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/rewind  ·  Esc Esc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0593" y="407822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Vuelve a una petición anterior; puede restaurar el código.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993" y="459028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" y="462686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0593" y="462686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Abre los CLAUDE.md cargados y la memoria automática.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" y="5138927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" y="5175503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0593" y="5175503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Revisa y desactiva servidores MCP.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Retomar y separar sesiones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Las sesiones se guardan: puedes volver a una sin arrastrar las demás.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RETOMAR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 --continue: la última sesión de esta carpeta.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 --resume: elegir una anterior de la lista.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/exit para salir sin perderla.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CUÁNDO SESIÓN NUEVA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Cambias de tarea.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El rumbo se ha torcido.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Has compactado más de una vez.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Vas a revisar un cambio: mejor sin el historial.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2918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 EMPEZAR BIEN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párrafo con el objetivo y los ficheros.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El plan aprobado de la sesión anterior.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Nada de «sigue donde lo dejamos» sin contexto.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892040"/>
            <a:ext cx="11375136" cy="132588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029200"/>
            <a:ext cx="63093" cy="10515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502920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5330952"/>
            <a:ext cx="108722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claude --continue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# la última sesión de esta carpeta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claude --resume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  # elegir una anterior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8 · Qué ocupa el contexto y cómo se controla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18 min · rama s2-inicio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con números cómo crece y se libera el contexto, y cómo se deshace un cambio.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Apunta el total de /context al principio.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Un fichero grande se nota.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/rewind solo deshace lo editado por Claude.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--continue y --resume.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 Y POWERSHELL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/context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 # línea base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Lee @src/Ayudas.Infrastructure/Persistencia/DatosSemilla.cs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y resume qué datos crea.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/context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 # sube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/compact conserva solo cuántas entidades y remesas hay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/context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 # baja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/usage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Añade un comentario de una línea al principio 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DatosSemilla.cs.             # aceptar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Esc Esc → restaurar el código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/exit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 --continue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 --resume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/rewind y los puntos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 guarda un punto de control antes de cada edición: puedes volver atrás sin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108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RESTAURA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Los ficheros que Claude editó con sus herramientas (Edit, Write).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La conversación hasta esa petición, o ambas cosas.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Se abre con Esc Esc (caja vacía) o /rewind.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108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NO RESTAURA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Lo que cambió un comando: rm, mv, un script, dotnet ef.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Cambios hechos por ti fuera de Claude.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Lo que ya se haya subido con git push.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475488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4882896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4846320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Por eso: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rama propia y commits pequeños. /rewind para deshacer un paso; Git para todo lo demás.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Petición difusa frente a acotada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Una petición difusa parece más corta, pero obliga al agente a explorar más y consume más contexto.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«REVISA TODO»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«Revisa todo el proyecto y mira por qué la cofinanciación a veces no cuadra.»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Lee decenas de ficheros solo para orientarse.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Llena la ventana antes de empezar a resolver.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Propone cambios fuera del alcance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TAREA ACOTADA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«En @RemesaService.cs, CalcularCofinanciacion redondea por línea; debe redondear sobre el total. Sin cambiar la firma y con un test.»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Fichero y método concretos: lee solo lo necesario.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Síntoma y restricción claros: no hay que adivinar.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Criterio de aceptación: el test dice cuándo está hecho.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553212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5660136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562355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si no sabes qué fichero tocar, pide primero a un subagente que lo localice y después acota la tarea.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Modelo y nivel de esfuerzo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El modelo y el esfuerzo se eligen por tarea: más capacidad consume más de tu asiento.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OPUS 5.5 (POR DEFECTO)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SONNET · HAIKU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Razonamiento complejo: arquitectura, fallos difíciles, refactor amplio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Rutina: un test, un mapeo, resúmenes, búsquedas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642616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6791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Esfuerzo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679192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/effort low · medium · high · xhigh · max (parte de medium)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679192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Bajo o medio suele bastar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392424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42900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Consumo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429000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Alto: reservarlo para lo que lo necesita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429000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Menor: más trabajo por ventana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142232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178808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Ejemplo .NET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4178808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Rediseñar el acceso a datos con EF Core y concurrencia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4178808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Añadir un endpoint con su validación y su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257800"/>
            <a:ext cx="11375136" cy="96012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394960"/>
            <a:ext cx="63093" cy="6858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" y="539496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" y="5696712"/>
            <a:ext cx="10872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/model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            # elegir modelo     &gt; /effort low       # bajar el esfuerzo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Subagentes para investigar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 subagente trabaja con su propio contexto y te devuelve solo el resumen.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3832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CUÁNDO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Buscar dónde se hace algo en una solución grande.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Revisar muchos ficheros para una sola respuesta.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Comparar alternativas sin ensuciar tu sesión.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3832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«Usa un subagente para localizar…»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Pide un formato corto: fichero, método y línea.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 trae uno de exploración (Explore) de solo lectura.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3832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CUÁNDO 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tarea es pequeña y ya sabes el fichero.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Necesitas el detalle completo en tu sesión.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Va a editar: mejor en tu sesión, donde lo 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02920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15721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5120640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Efecto: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tu /context casi no sube: la búsqueda la hizo otro con su propio contexto.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9 · Subagente y elección de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12 min · rama s2-inicio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que delegar una búsqueda apenas consume tu contexto y cómo se baja de modelo para lo mecánico.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/context antes y después del subagente.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Haiku para un resumen.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Volver a Opus al terminar.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/clear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Usa un subagente para localizar dónde se calcula la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cofinanciación y qué tests la cubren. Solo fichero,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método y línea.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/context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# apenas sube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/model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# elegir Haiku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Resume en cinco líneas los últimos diez commits.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/effort low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/model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# volver a Opus 5.5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Marcador de posición de imagen 9" descr="Pantalla de computadora con imágen de hombre&#10;&#10;Descripción generada automáticamente con confianza baja">
            <a:extLst>
              <a:ext uri="{FF2B5EF4-FFF2-40B4-BE49-F238E27FC236}">
                <a16:creationId xmlns:a16="http://schemas.microsoft.com/office/drawing/2014/main" id="{83596E15-F685-AC94-1D84-AE98EE694E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"/>
          <a:stretch/>
        </p:blipFill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6FE86D-E44A-4ED2-2C61-0FF2C8F89C5F}"/>
              </a:ext>
            </a:extLst>
          </p:cNvPr>
          <p:cNvSpPr/>
          <p:nvPr/>
        </p:nvSpPr>
        <p:spPr>
          <a:xfrm>
            <a:off x="5667441" y="2202052"/>
            <a:ext cx="138620" cy="38633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E2F29-49BC-3F1F-F309-99916A7D3700}"/>
              </a:ext>
            </a:extLst>
          </p:cNvPr>
          <p:cNvSpPr txBox="1"/>
          <p:nvPr/>
        </p:nvSpPr>
        <p:spPr>
          <a:xfrm>
            <a:off x="6377389" y="3884451"/>
            <a:ext cx="5443227" cy="7487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533"/>
              </a:spcBef>
              <a:defRPr/>
            </a:pPr>
            <a:r>
              <a:rPr lang="es-ES" sz="21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misma tarea, planteada de forma difusa y de forma acotada</a:t>
            </a:r>
            <a:endParaRPr lang="ru-RU" sz="213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C5833B-92DA-6CAE-5AB1-19CF26D11FF0}"/>
              </a:ext>
            </a:extLst>
          </p:cNvPr>
          <p:cNvSpPr/>
          <p:nvPr/>
        </p:nvSpPr>
        <p:spPr>
          <a:xfrm>
            <a:off x="941" y="2010523"/>
            <a:ext cx="5806179" cy="19459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6CFC6-0960-2253-54EA-66B55ED36238}"/>
              </a:ext>
            </a:extLst>
          </p:cNvPr>
          <p:cNvSpPr txBox="1"/>
          <p:nvPr/>
        </p:nvSpPr>
        <p:spPr>
          <a:xfrm>
            <a:off x="750654" y="4702897"/>
            <a:ext cx="4761765" cy="695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4666"/>
              </a:lnSpc>
              <a:defRPr/>
            </a:pP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Práctica 03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Práctica 03 · Difusa frente a acotada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Práctica (30 min, individual): resolver la misma tarea dos veces y comparar el consumo y el resultado.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" y="1371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PASOS DE LA PRÁCTICA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180136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934" y="224027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78308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Sesión A, difusa: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«Revisa todo el proyecto y mira por qué la cofinanciación a veces no cuadra.»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" y="241858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41858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" y="285750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40030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Mide: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/context y /usage; guarda el diff: git diff --output=sesionA.diff y git restore .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303580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" y="347472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01752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Limpia: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/clear para empezar sin el historial de la sesión A.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365302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5302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" y="409193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63473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Sesión B, acotada: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@RemesaService.cs, CalcularCofinanciacion, la regla (sobre el total, un redondeo) y un test con tres ayudas.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" y="427024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27024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934" y="470915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25195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Mide otra vez: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/context, /usage y dotnet test.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" y="488746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88746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86917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Compara: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tokens, ficheros leídos, correcciones y calidad del resultado.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1417320"/>
            <a:ext cx="3959352" cy="21945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1417320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1673352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CHECKLIST DE SALIDA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240280"/>
            <a:ext cx="344728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Cifras de A y de B anotadas.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Ficheros leídos sin necesidad.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Correcciones que tuviste que pedir.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Qué diff aceptarías y por qué.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3730752"/>
            <a:ext cx="3959352" cy="17373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3730752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3986784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SI ALGO FALLA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4361688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4553712"/>
            <a:ext cx="3447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La A lo «arregla»: guárdalo igual.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Test que no falla antes: revísalo.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Sin cifras en €: es normal en Team.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5993" y="557784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" y="5705855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" y="566927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Objetivo: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comprobar con cifras propias que una petición acotada cuesta menos y sale mejor.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03.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Puesta en común: las cifras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Quince minutos. Lo importante no es la cifra exacta, sino la diferencia.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SESIÓN A · DIFUSA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SESIÓN B · ACOTADA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53035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Tokens (/context)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Muchos: ha leído medio repositorio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Pocos: dos o tres ficheros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478024"/>
            <a:ext cx="1137513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Ficheros leídos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514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Decenas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514600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RemesaService, sus tests y poco más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063240"/>
            <a:ext cx="11375136" cy="53035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0998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Correcciones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09981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Varias: alcance, tests, estilo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099816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Ninguna o 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3648456"/>
            <a:ext cx="1137513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36850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3685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Cambios fuera de alcance, sin test claro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3685032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Cambio mínimo y un test que fallaba antes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4663440"/>
            <a:ext cx="5586983" cy="1572768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466344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" y="491947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COMENTAR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025" y="529437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025" y="5486400"/>
            <a:ext cx="5074919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¿Qué faltaba en la difusa? Síntoma, fichero y criterio.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¿Bastaba un modelo ligero para la B?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4145" y="4663440"/>
            <a:ext cx="5586983" cy="1572768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4145" y="466344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0177" y="491947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EL REDONDEO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0177" y="529437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0177" y="5486400"/>
            <a:ext cx="5074919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Math.Round redondea al par por defecto (bancario).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¿Lo quiere negocio? Va en la petición, no lo decide Claude.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57984"/>
            <a:ext cx="128016" cy="254203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B L O Q U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  <a:spcAft>
                <a:spcPts val="600"/>
              </a:spcAft>
              <a:buNone/>
            </a:pPr>
            <a:r>
              <a:rPr sz="12000" b="1" i="0">
                <a:solidFill>
                  <a:srgbClr val="E2001A"/>
                </a:solidFill>
                <a:latin typeface="Roboto"/>
                <a:cs typeface="Robot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BDBDBD"/>
                </a:solidFill>
                <a:latin typeface="Roboto"/>
                <a:cs typeface="Roboto"/>
              </a:rPr>
              <a:t>1,5 h de formación · hoy, los comandos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670"/>
              </a:lnSpc>
              <a:spcAft>
                <a:spcPts val="600"/>
              </a:spcAft>
              <a:buNone/>
            </a:pPr>
            <a:r>
              <a:rPr sz="3800" b="1" i="0">
                <a:solidFill>
                  <a:srgbClr val="1D1D1B"/>
                </a:solidFill>
                <a:latin typeface="Roboto"/>
                <a:cs typeface="Roboto"/>
              </a:rPr>
              <a:t>Comandos y skills reutilizables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968" y="2880360"/>
            <a:ext cx="713232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315468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Comandos personalizados en .claude/commands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Skills y subagentes especializados (sesión 3)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Hooks antes y después de cada acción (sesión 3)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Recursos compartidos desde el repositorio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5559552"/>
            <a:ext cx="6336792" cy="6400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968" y="5650992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5605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E2001A"/>
                </a:solidFill>
                <a:latin typeface="Roboto"/>
                <a:cs typeface="Roboto"/>
              </a:rPr>
              <a:t>Práctica:  </a:t>
            </a:r>
            <a:r>
              <a:rPr sz="1400" b="0" i="0">
                <a:solidFill>
                  <a:srgbClr val="1D1D1B"/>
                </a:solidFill>
                <a:latin typeface="Roboto"/>
                <a:cs typeface="Roboto"/>
              </a:rPr>
              <a:t>comando de revisión de código y skill de convenciones (sesión 3).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04.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Comandos personalizados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 comando empaqueta una petición que repites: lo lanzas con /nombre.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DÓNDE VIVEN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.claude/commands/ en el proyecto (se comparte).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~/.claude/commands/ los tuyos.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revisar.md → /revisar.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LLEVAN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Una cabecera con description y argument-hint.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petición, en Markdown.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$ARGUMENTS con lo que escribes detrás.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Flujos que lanzas a propósito: revisar, preparar PR, crear un test.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Que todo el equipo lo pida igual.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3977639"/>
            <a:ext cx="11375136" cy="224028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114800"/>
            <a:ext cx="63093" cy="19659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411480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.CLAUDE/COMMANDS/NUEVO-TEST.MD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4416552"/>
            <a:ext cx="108722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---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description: Crea un test xUnit con las convenciones del proyecto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argument-hint: &lt;Clase.Metodo&gt; &lt;escenario&gt;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disable-model-invocation: true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---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Escribe un test xUnit para $ARGUMENTS. Nombre Metodo_Escenario_Resultado,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fakes de tests/Ayudas.Tests.Unit/Fakes. Ejecuta solo ese test.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04.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Comandos y skills hoy son lo mismo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 comando de .claude/commands es una skill de un solo fichero; la diferencia está en quién decide cuándo se usa.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LA LANZAS TÚ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LA ACTIVA CLAUDE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Cómo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/revisar, /nuevo-test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Cuando la petición encaja con su description (y también con /nombre)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642616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6791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Fichero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679192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.claude/commands/x.md o .claude/skills/x/SKILL.md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679192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.claude/skills/x/SKILL.md, con plantillas y scripts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392424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42900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Cabecera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429000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disable-model-invocation: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429000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description que diga cuándo usarla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142232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178808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Úsalo 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4178808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Flujos que lanzas a propósito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4178808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Conocimiento que debe aplicarse solo: convenciones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440680"/>
            <a:ext cx="11375136" cy="6858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568696"/>
            <a:ext cx="63093" cy="42976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" y="5532120"/>
            <a:ext cx="10826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 práctica: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si decides tú cuándo se ejecuta, que solo lo lances tú; si debe aplicarse cada vez que toque, que lo active Claude.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04.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La cabecera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Unas pocas líneas de YAML deciden cómo se presenta y cuándo se usa.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301752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CAMPO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0673" y="1371600"/>
            <a:ext cx="817473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0673" y="1371600"/>
            <a:ext cx="8174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PARA QUÉ SIRVE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47088"/>
            <a:ext cx="11375136" cy="58521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883664"/>
            <a:ext cx="2834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2113" y="1883664"/>
            <a:ext cx="799185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Qué hace y cuándo usarlo. Es lo que lee Claude para decidir si lo activa.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" y="2487168"/>
            <a:ext cx="11375136" cy="585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" y="2523744"/>
            <a:ext cx="2834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argument-hint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2113" y="2523744"/>
            <a:ext cx="799185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Qué espera detrás del nombre: aparece al escribir /nombre.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3127248"/>
            <a:ext cx="11375136" cy="58521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3163824"/>
            <a:ext cx="2834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disable-model-invocation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2113" y="3163824"/>
            <a:ext cx="799185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true: solo lo lanzas tú; Claude no lo usa por su cuenta.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993" y="3767328"/>
            <a:ext cx="11375136" cy="585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" y="3803904"/>
            <a:ext cx="2834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allowed-tools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2113" y="3803904"/>
            <a:ext cx="799185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Herramientas que puede usar sin preguntar mientras se ejecuta.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407408"/>
            <a:ext cx="11375136" cy="58521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443984"/>
            <a:ext cx="2834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$ARGUMENTS · $0, $1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2113" y="4443984"/>
            <a:ext cx="799185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que escribes detrás, entero o por posiciones.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" y="512064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5993" y="5248655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" y="521207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Prueba: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/skills lista los comandos y skills disponibles, también los tuyos. Si no aparece, reinicia la sesión.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10 · Un comando propio con argumentos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20 min · rama s2-inicio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Crear un comando del equipo, lanzarlo con argumentos y versionarlo.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El nombre del fichero es el comando.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$ARGUMENTS recoge lo que escribes detrás.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No es /revisar: eso es vuestra práctica en la sesión 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POWERSHELL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New-Item -ItemType Directory -Force .claude\commands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notepad .claude\commands\nuevo-test.md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/skills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# aparece nuevo-test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/nuevo-test EntidadService.ActualizarAsync NIF repetido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test nuevo, ejecutado solo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add .claude/commands/nuevo-test.md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commit -m "Comando /nuevo-test"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Cierre de la sesión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Tres ideas para llevarse y lo que viene.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PERMISOS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El modo decide cuándo pregunta; settings.json, qué está permitido. Bash y PowerShell.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LÍMITES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deny no cubre un script. Secretos fuera del repositorio.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CONTEXTO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Petición acotada: menos contexto y mejor resultado. /clear al cambiar de tarea.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023360"/>
            <a:ext cx="11375136" cy="1463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023360"/>
            <a:ext cx="1137513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" y="4279392"/>
            <a:ext cx="10863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PRÓXIMA SESIÓN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025" y="465429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" y="4846320"/>
            <a:ext cx="10863072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0" i="0">
                <a:solidFill>
                  <a:srgbClr val="3A3D42"/>
                </a:solidFill>
                <a:latin typeface="Roboto"/>
                <a:cs typeface="Roboto"/>
              </a:rPr>
              <a:t>Skills, subagentes y hooks · especificación breve, plan y pruebas. Rama s3-inicio: .\scripts\empezar-sesion.ps1 -Sesion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623560"/>
            <a:ext cx="11375136" cy="566928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751576"/>
            <a:ext cx="63093" cy="3108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" y="5715000"/>
            <a:ext cx="10826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Antes de iros: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commit de vuestro settings.json y del arreglo de la cofinanciación.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ángulo 2">
            <a:extLst>
              <a:ext uri="{FF2B5EF4-FFF2-40B4-BE49-F238E27FC236}">
                <a16:creationId xmlns:a16="http://schemas.microsoft.com/office/drawing/2014/main" id="{9D7E1B79-5D00-DA4F-22F0-472CD6E6C83A}"/>
              </a:ext>
            </a:extLst>
          </p:cNvPr>
          <p:cNvSpPr/>
          <p:nvPr/>
        </p:nvSpPr>
        <p:spPr>
          <a:xfrm>
            <a:off x="-1022" y="0"/>
            <a:ext cx="12192081" cy="685800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TextBox 2">
            <a:extLst>
              <a:ext uri="{FF2B5EF4-FFF2-40B4-BE49-F238E27FC236}">
                <a16:creationId xmlns:a16="http://schemas.microsoft.com/office/drawing/2014/main" id="{1AFEA576-CC9D-460D-B5B9-BBFA6E749231}"/>
              </a:ext>
            </a:extLst>
          </p:cNvPr>
          <p:cNvSpPr txBox="1"/>
          <p:nvPr/>
        </p:nvSpPr>
        <p:spPr>
          <a:xfrm>
            <a:off x="1808963" y="1712393"/>
            <a:ext cx="8404766" cy="73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ts val="4666"/>
              </a:lnSpc>
              <a:defRPr/>
            </a:pPr>
            <a:r>
              <a:rPr lang="en-US" sz="5866" dirty="0">
                <a:solidFill>
                  <a:prstClr val="white">
                    <a:lumMod val="95000"/>
                  </a:prstClr>
                </a:solidFill>
                <a:latin typeface="Roboto Black" pitchFamily="2" charset="0"/>
                <a:ea typeface="Roboto Black" pitchFamily="2" charset="0"/>
              </a:rPr>
              <a:t>Gracias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FB220130-65F8-4D24-BAB6-4FF74A2D4562}"/>
              </a:ext>
            </a:extLst>
          </p:cNvPr>
          <p:cNvSpPr txBox="1"/>
          <p:nvPr/>
        </p:nvSpPr>
        <p:spPr>
          <a:xfrm>
            <a:off x="3499251" y="2498974"/>
            <a:ext cx="5024191" cy="1020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endParaRPr lang="en-US" sz="12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We</a:t>
            </a:r>
            <a:r>
              <a:rPr lang="en-US" sz="1200" b="1" dirty="0">
                <a:solidFill>
                  <a:prstClr val="white">
                    <a:lumMod val="75000"/>
                  </a:prst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share our experience and passion to develop </a:t>
            </a:r>
          </a:p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IT solutions that make your business grow</a:t>
            </a:r>
          </a:p>
        </p:txBody>
      </p:sp>
      <p:sp>
        <p:nvSpPr>
          <p:cNvPr id="57" name="Прямоугольник 4">
            <a:extLst>
              <a:ext uri="{FF2B5EF4-FFF2-40B4-BE49-F238E27FC236}">
                <a16:creationId xmlns:a16="http://schemas.microsoft.com/office/drawing/2014/main" id="{E09AEECA-F418-42CE-9FA7-AD582C56F10F}"/>
              </a:ext>
            </a:extLst>
          </p:cNvPr>
          <p:cNvSpPr/>
          <p:nvPr/>
        </p:nvSpPr>
        <p:spPr>
          <a:xfrm>
            <a:off x="-1022" y="2756533"/>
            <a:ext cx="138419" cy="17517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770">
              <a:defRPr/>
            </a:pPr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Прямоугольник 5">
            <a:extLst>
              <a:ext uri="{FF2B5EF4-FFF2-40B4-BE49-F238E27FC236}">
                <a16:creationId xmlns:a16="http://schemas.microsoft.com/office/drawing/2014/main" id="{0924CCBE-A5DF-491D-A515-7F65DF8C1BDB}"/>
              </a:ext>
            </a:extLst>
          </p:cNvPr>
          <p:cNvSpPr/>
          <p:nvPr/>
        </p:nvSpPr>
        <p:spPr>
          <a:xfrm>
            <a:off x="12068680" y="2756533"/>
            <a:ext cx="138419" cy="17517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770">
              <a:defRPr/>
            </a:pPr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6" name="Straight Connector 28">
            <a:extLst>
              <a:ext uri="{FF2B5EF4-FFF2-40B4-BE49-F238E27FC236}">
                <a16:creationId xmlns:a16="http://schemas.microsoft.com/office/drawing/2014/main" id="{2AB270BD-400A-44F4-844B-A5E800A6DDFE}"/>
              </a:ext>
            </a:extLst>
          </p:cNvPr>
          <p:cNvCxnSpPr>
            <a:cxnSpLocks/>
          </p:cNvCxnSpPr>
          <p:nvPr/>
        </p:nvCxnSpPr>
        <p:spPr>
          <a:xfrm>
            <a:off x="1719409" y="4995991"/>
            <a:ext cx="951189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04590201-C066-4299-A1B3-68709D4831BE}"/>
              </a:ext>
            </a:extLst>
          </p:cNvPr>
          <p:cNvSpPr txBox="1">
            <a:spLocks/>
          </p:cNvSpPr>
          <p:nvPr/>
        </p:nvSpPr>
        <p:spPr>
          <a:xfrm>
            <a:off x="9363629" y="5312427"/>
            <a:ext cx="1867670" cy="1220982"/>
          </a:xfrm>
          <a:prstGeom prst="rect">
            <a:avLst/>
          </a:prstGeom>
        </p:spPr>
        <p:txBody>
          <a:bodyPr vert="horz" lIns="60953" tIns="30477" rIns="60953" bIns="30477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Barcelona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c/Paris 184, 08036 Barcelona</a:t>
            </a:r>
          </a:p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Tel:</a:t>
            </a: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932 385 880 </a:t>
            </a:r>
          </a:p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Fax:</a:t>
            </a: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932 385 881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info@carver-as.com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www.carver-as.com</a:t>
            </a:r>
          </a:p>
        </p:txBody>
      </p:sp>
      <p:pic>
        <p:nvPicPr>
          <p:cNvPr id="8" name="5 Imagen">
            <a:extLst>
              <a:ext uri="{FF2B5EF4-FFF2-40B4-BE49-F238E27FC236}">
                <a16:creationId xmlns:a16="http://schemas.microsoft.com/office/drawing/2014/main" id="{BA2D5578-3362-4142-8C56-A454E603F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496" y="4508304"/>
            <a:ext cx="1337803" cy="245042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03B041F-81AF-47F4-96BB-BBE87DC4BDE6}"/>
              </a:ext>
            </a:extLst>
          </p:cNvPr>
          <p:cNvSpPr txBox="1">
            <a:spLocks/>
          </p:cNvSpPr>
          <p:nvPr/>
        </p:nvSpPr>
        <p:spPr>
          <a:xfrm>
            <a:off x="6925606" y="5312427"/>
            <a:ext cx="2295689" cy="1220982"/>
          </a:xfrm>
          <a:prstGeom prst="rect">
            <a:avLst/>
          </a:prstGeom>
        </p:spPr>
        <p:txBody>
          <a:bodyPr vert="horz" lIns="60953" tIns="30477" rIns="60953" bIns="30477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Madrid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Centro de Negocios MEEU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Estación de Chamartín s/n 28036 Madrid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Tel. 91 826 50 26 ext.120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info@carver-as.com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www.carver-as.com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[1786959983806]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6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866254-D668-433D-ACFA-BB0DEDE33426}">
  <we:reference id="wa200010001" version="1.0.0.1" store="es-ES" storeType="OMEX"/>
  <we:alternateReferences>
    <we:reference id="wa200010001" version="1.0.0.1" store="es-ES" storeType="OMEX"/>
  </we:alternateReferences>
  <we:properties>
    <we:property name="claude.fileId" value="&quot;76d09609-fad7-49ea-8be9-a5a5a2677f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14359</TotalTime>
  <Words>4289</Words>
  <Application>Microsoft Office PowerPoint</Application>
  <PresentationFormat>Panorámica</PresentationFormat>
  <Paragraphs>428</Paragraphs>
  <Slides>25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9" baseType="lpstr">
      <vt:lpstr>Arial</vt:lpstr>
      <vt:lpstr>Calibri</vt:lpstr>
      <vt:lpstr>Consolas</vt:lpstr>
      <vt:lpstr>Karla</vt:lpstr>
      <vt:lpstr>Open Sans</vt:lpstr>
      <vt:lpstr>Open Sans bold</vt:lpstr>
      <vt:lpstr>Open Sans Light</vt:lpstr>
      <vt:lpstr>Open Sans Semibold</vt:lpstr>
      <vt:lpstr>Poppins</vt:lpstr>
      <vt:lpstr>Poppins Light</vt:lpstr>
      <vt:lpstr>Roboto</vt:lpstr>
      <vt:lpstr>Roboto Black</vt:lpstr>
      <vt:lpstr>Roboto Light</vt:lpstr>
      <vt:lpstr>Тема Office [1786959983806]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 Giné</dc:creator>
  <cp:lastModifiedBy>Jordi Tortosa</cp:lastModifiedBy>
  <cp:revision>1080</cp:revision>
  <cp:lastPrinted>2017-04-06T08:19:39Z</cp:lastPrinted>
  <dcterms:created xsi:type="dcterms:W3CDTF">2016-10-18T15:55:39Z</dcterms:created>
  <dcterms:modified xsi:type="dcterms:W3CDTF">2026-09-30T11:20:47Z</dcterms:modified>
</cp:coreProperties>
</file>